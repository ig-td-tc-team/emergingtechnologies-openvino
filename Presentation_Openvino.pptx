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77" r:id="rId6"/>
    <p:sldId id="279" r:id="rId7"/>
    <p:sldId id="280" r:id="rId8"/>
    <p:sldId id="283" r:id="rId9"/>
    <p:sldId id="282" r:id="rId10"/>
    <p:sldId id="260" r:id="rId11"/>
    <p:sldId id="275" r:id="rId12"/>
    <p:sldId id="284" r:id="rId13"/>
    <p:sldId id="273" r:id="rId14"/>
    <p:sldId id="285" r:id="rId15"/>
    <p:sldId id="286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6A669-7668-55E6-0201-F015B65B34A8}" v="5" dt="2026-05-25T14:16:05.191"/>
    <p1510:client id="{F829DFD6-353F-F83C-4551-7DAE04DFCFA8}" v="114" dt="2026-05-25T14:24:38.86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es Gonçalves Walter" userId="S::walter.fernande@hes-so.ch::19345606-0ac9-4978-af48-2e44bafb6b43" providerId="AD" clId="Web-{F829DFD6-353F-F83C-4551-7DAE04DFCFA8}"/>
    <pc:docChg chg="addSld delSld modSld sldOrd">
      <pc:chgData name="Fernandes Gonçalves Walter" userId="S::walter.fernande@hes-so.ch::19345606-0ac9-4978-af48-2e44bafb6b43" providerId="AD" clId="Web-{F829DFD6-353F-F83C-4551-7DAE04DFCFA8}" dt="2026-05-25T14:24:38.865" v="127"/>
      <pc:docMkLst>
        <pc:docMk/>
      </pc:docMkLst>
      <pc:sldChg chg="del">
        <pc:chgData name="Fernandes Gonçalves Walter" userId="S::walter.fernande@hes-so.ch::19345606-0ac9-4978-af48-2e44bafb6b43" providerId="AD" clId="Web-{F829DFD6-353F-F83C-4551-7DAE04DFCFA8}" dt="2026-05-25T14:24:38.865" v="127"/>
        <pc:sldMkLst>
          <pc:docMk/>
          <pc:sldMk cId="3847748375" sldId="263"/>
        </pc:sldMkLst>
      </pc:sldChg>
      <pc:sldChg chg="del">
        <pc:chgData name="Fernandes Gonçalves Walter" userId="S::walter.fernande@hes-so.ch::19345606-0ac9-4978-af48-2e44bafb6b43" providerId="AD" clId="Web-{F829DFD6-353F-F83C-4551-7DAE04DFCFA8}" dt="2026-05-25T14:20:57.750" v="71"/>
        <pc:sldMkLst>
          <pc:docMk/>
          <pc:sldMk cId="2595883796" sldId="272"/>
        </pc:sldMkLst>
      </pc:sldChg>
      <pc:sldChg chg="del">
        <pc:chgData name="Fernandes Gonçalves Walter" userId="S::walter.fernande@hes-so.ch::19345606-0ac9-4978-af48-2e44bafb6b43" providerId="AD" clId="Web-{F829DFD6-353F-F83C-4551-7DAE04DFCFA8}" dt="2026-05-25T14:24:36.833" v="126"/>
        <pc:sldMkLst>
          <pc:docMk/>
          <pc:sldMk cId="1814976576" sldId="274"/>
        </pc:sldMkLst>
      </pc:sldChg>
      <pc:sldChg chg="addSp delSp modSp add mod ord replId modClrScheme delDesignElem chgLayout">
        <pc:chgData name="Fernandes Gonçalves Walter" userId="S::walter.fernande@hes-so.ch::19345606-0ac9-4978-af48-2e44bafb6b43" providerId="AD" clId="Web-{F829DFD6-353F-F83C-4551-7DAE04DFCFA8}" dt="2026-05-25T14:20:32.906" v="70" actId="20577"/>
        <pc:sldMkLst>
          <pc:docMk/>
          <pc:sldMk cId="2042725001" sldId="284"/>
        </pc:sldMkLst>
        <pc:spChg chg="mod ord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2" creationId="{A30A30DE-51CD-A7DB-C92D-8088CBC4141F}"/>
          </ac:spMkLst>
        </pc:spChg>
        <pc:spChg chg="add del mod ord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3" creationId="{CCF1A6E0-2D13-C9AB-DF91-CCBE55ADC1E0}"/>
          </ac:spMkLst>
        </pc:spChg>
        <pc:spChg chg="add del mod ord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4" creationId="{E3F19A90-A419-E6B5-B9EA-C3572DC07222}"/>
          </ac:spMkLst>
        </pc:spChg>
        <pc:spChg chg="add del mod ord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5" creationId="{773C868E-9556-AAEC-7863-E806118808DD}"/>
          </ac:spMkLst>
        </pc:spChg>
        <pc:spChg chg="add mod">
          <ac:chgData name="Fernandes Gonçalves Walter" userId="S::walter.fernande@hes-so.ch::19345606-0ac9-4978-af48-2e44bafb6b43" providerId="AD" clId="Web-{F829DFD6-353F-F83C-4551-7DAE04DFCFA8}" dt="2026-05-25T14:20:32.906" v="70" actId="20577"/>
          <ac:spMkLst>
            <pc:docMk/>
            <pc:sldMk cId="2042725001" sldId="284"/>
            <ac:spMk id="7" creationId="{3880A2B0-F69A-D2FC-E1F1-5A92E15F2312}"/>
          </ac:spMkLst>
        </pc:spChg>
        <pc:spChg chg="add del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8" creationId="{9317F850-2756-542D-1BEA-A851E3C3D530}"/>
          </ac:spMkLst>
        </pc:spChg>
        <pc:spChg chg="add del">
          <ac:chgData name="Fernandes Gonçalves Walter" userId="S::walter.fernande@hes-so.ch::19345606-0ac9-4978-af48-2e44bafb6b43" providerId="AD" clId="Web-{F829DFD6-353F-F83C-4551-7DAE04DFCFA8}" dt="2026-05-25T14:17:48.761" v="34"/>
          <ac:spMkLst>
            <pc:docMk/>
            <pc:sldMk cId="2042725001" sldId="284"/>
            <ac:spMk id="15" creationId="{1AB4AEB5-12BE-76B9-DE65-282EE8C33B31}"/>
          </ac:spMkLst>
        </pc:spChg>
        <pc:spChg chg="mod ord">
          <ac:chgData name="Fernandes Gonçalves Walter" userId="S::walter.fernande@hes-so.ch::19345606-0ac9-4978-af48-2e44bafb6b43" providerId="AD" clId="Web-{F829DFD6-353F-F83C-4551-7DAE04DFCFA8}" dt="2026-05-25T14:20:23.999" v="68" actId="20577"/>
          <ac:spMkLst>
            <pc:docMk/>
            <pc:sldMk cId="2042725001" sldId="284"/>
            <ac:spMk id="23" creationId="{2C5E8BDD-50AF-5D8D-3FA6-40D8EC217E2A}"/>
          </ac:spMkLst>
        </pc:spChg>
        <pc:grpChg chg="add del">
          <ac:chgData name="Fernandes Gonçalves Walter" userId="S::walter.fernande@hes-so.ch::19345606-0ac9-4978-af48-2e44bafb6b43" providerId="AD" clId="Web-{F829DFD6-353F-F83C-4551-7DAE04DFCFA8}" dt="2026-05-25T14:17:48.761" v="34"/>
          <ac:grpSpMkLst>
            <pc:docMk/>
            <pc:sldMk cId="2042725001" sldId="284"/>
            <ac:grpSpMk id="10" creationId="{F4D90636-4692-E7AC-0198-70DCDF5ECF10}"/>
          </ac:grpSpMkLst>
        </pc:grpChg>
        <pc:cxnChg chg="add del">
          <ac:chgData name="Fernandes Gonçalves Walter" userId="S::walter.fernande@hes-so.ch::19345606-0ac9-4978-af48-2e44bafb6b43" providerId="AD" clId="Web-{F829DFD6-353F-F83C-4551-7DAE04DFCFA8}" dt="2026-05-25T14:17:48.761" v="34"/>
          <ac:cxnSpMkLst>
            <pc:docMk/>
            <pc:sldMk cId="2042725001" sldId="284"/>
            <ac:cxnSpMk id="17" creationId="{6CB50817-A66A-2709-CEBD-14F4E78ADA6C}"/>
          </ac:cxnSpMkLst>
        </pc:cxnChg>
      </pc:sldChg>
      <pc:sldChg chg="modSp add ord replId">
        <pc:chgData name="Fernandes Gonçalves Walter" userId="S::walter.fernande@hes-so.ch::19345606-0ac9-4978-af48-2e44bafb6b43" providerId="AD" clId="Web-{F829DFD6-353F-F83C-4551-7DAE04DFCFA8}" dt="2026-05-25T14:24:24.177" v="125" actId="20577"/>
        <pc:sldMkLst>
          <pc:docMk/>
          <pc:sldMk cId="2023890309" sldId="285"/>
        </pc:sldMkLst>
        <pc:spChg chg="mod">
          <ac:chgData name="Fernandes Gonçalves Walter" userId="S::walter.fernande@hes-so.ch::19345606-0ac9-4978-af48-2e44bafb6b43" providerId="AD" clId="Web-{F829DFD6-353F-F83C-4551-7DAE04DFCFA8}" dt="2026-05-25T14:21:36.251" v="76" actId="20577"/>
          <ac:spMkLst>
            <pc:docMk/>
            <pc:sldMk cId="2023890309" sldId="285"/>
            <ac:spMk id="2" creationId="{F82B635E-262C-8727-4896-54019D9A9C92}"/>
          </ac:spMkLst>
        </pc:spChg>
        <pc:spChg chg="mod">
          <ac:chgData name="Fernandes Gonçalves Walter" userId="S::walter.fernande@hes-so.ch::19345606-0ac9-4978-af48-2e44bafb6b43" providerId="AD" clId="Web-{F829DFD6-353F-F83C-4551-7DAE04DFCFA8}" dt="2026-05-25T14:24:24.177" v="125" actId="20577"/>
          <ac:spMkLst>
            <pc:docMk/>
            <pc:sldMk cId="2023890309" sldId="285"/>
            <ac:spMk id="3" creationId="{B7F7AD73-5437-CC8B-4BE0-CD7F197131D6}"/>
          </ac:spMkLst>
        </pc:spChg>
      </pc:sldChg>
      <pc:sldChg chg="modSp add replId">
        <pc:chgData name="Fernandes Gonçalves Walter" userId="S::walter.fernande@hes-so.ch::19345606-0ac9-4978-af48-2e44bafb6b43" providerId="AD" clId="Web-{F829DFD6-353F-F83C-4551-7DAE04DFCFA8}" dt="2026-05-25T14:24:04.864" v="124" actId="20577"/>
        <pc:sldMkLst>
          <pc:docMk/>
          <pc:sldMk cId="338483585" sldId="286"/>
        </pc:sldMkLst>
        <pc:spChg chg="mod">
          <ac:chgData name="Fernandes Gonçalves Walter" userId="S::walter.fernande@hes-so.ch::19345606-0ac9-4978-af48-2e44bafb6b43" providerId="AD" clId="Web-{F829DFD6-353F-F83C-4551-7DAE04DFCFA8}" dt="2026-05-25T14:22:42.253" v="79" actId="20577"/>
          <ac:spMkLst>
            <pc:docMk/>
            <pc:sldMk cId="338483585" sldId="286"/>
            <ac:spMk id="2" creationId="{F7F1E623-820B-AC05-7EAB-967781650E7C}"/>
          </ac:spMkLst>
        </pc:spChg>
        <pc:spChg chg="mod">
          <ac:chgData name="Fernandes Gonçalves Walter" userId="S::walter.fernande@hes-so.ch::19345606-0ac9-4978-af48-2e44bafb6b43" providerId="AD" clId="Web-{F829DFD6-353F-F83C-4551-7DAE04DFCFA8}" dt="2026-05-25T14:24:04.864" v="124" actId="20577"/>
          <ac:spMkLst>
            <pc:docMk/>
            <pc:sldMk cId="338483585" sldId="286"/>
            <ac:spMk id="3" creationId="{BF663C03-8608-28B6-CE15-E35D7A02A2B1}"/>
          </ac:spMkLst>
        </pc:spChg>
      </pc:sldChg>
    </pc:docChg>
  </pc:docChgLst>
  <pc:docChgLst>
    <pc:chgData name="Cortés Julio" userId="79a7b732-fdde-4093-9c50-423298d70c27" providerId="ADAL" clId="{4A8DDA46-6E4C-40DF-B53A-3C8638A92B8A}"/>
    <pc:docChg chg="undo custSel addSld delSld modSld">
      <pc:chgData name="Cortés Julio" userId="79a7b732-fdde-4093-9c50-423298d70c27" providerId="ADAL" clId="{4A8DDA46-6E4C-40DF-B53A-3C8638A92B8A}" dt="2026-05-25T14:48:17.941" v="846" actId="20577"/>
      <pc:docMkLst>
        <pc:docMk/>
      </pc:docMkLst>
      <pc:sldChg chg="addSp modSp add del mod">
        <pc:chgData name="Cortés Julio" userId="79a7b732-fdde-4093-9c50-423298d70c27" providerId="ADAL" clId="{4A8DDA46-6E4C-40DF-B53A-3C8638A92B8A}" dt="2026-05-24T14:06:58.316" v="761"/>
        <pc:sldMkLst>
          <pc:docMk/>
          <pc:sldMk cId="1135243861" sldId="267"/>
        </pc:sldMkLst>
        <pc:spChg chg="mod">
          <ac:chgData name="Cortés Julio" userId="79a7b732-fdde-4093-9c50-423298d70c27" providerId="ADAL" clId="{4A8DDA46-6E4C-40DF-B53A-3C8638A92B8A}" dt="2026-05-24T13:58:58.360" v="758" actId="14100"/>
          <ac:spMkLst>
            <pc:docMk/>
            <pc:sldMk cId="1135243861" sldId="267"/>
            <ac:spMk id="3" creationId="{47286125-1539-2DDD-7FA4-064DD2E9680F}"/>
          </ac:spMkLst>
        </pc:spChg>
      </pc:sldChg>
      <pc:sldChg chg="addSp modSp add del mod">
        <pc:chgData name="Cortés Julio" userId="79a7b732-fdde-4093-9c50-423298d70c27" providerId="ADAL" clId="{4A8DDA46-6E4C-40DF-B53A-3C8638A92B8A}" dt="2026-05-24T14:07:28.100" v="764"/>
        <pc:sldMkLst>
          <pc:docMk/>
          <pc:sldMk cId="1834109023" sldId="268"/>
        </pc:sldMkLst>
        <pc:spChg chg="mod">
          <ac:chgData name="Cortés Julio" userId="79a7b732-fdde-4093-9c50-423298d70c27" providerId="ADAL" clId="{4A8DDA46-6E4C-40DF-B53A-3C8638A92B8A}" dt="2026-05-24T13:59:02.954" v="759" actId="14100"/>
          <ac:spMkLst>
            <pc:docMk/>
            <pc:sldMk cId="1834109023" sldId="268"/>
            <ac:spMk id="3" creationId="{5380B513-38F0-0CFB-583A-AF0890CDC5C1}"/>
          </ac:spMkLst>
        </pc:spChg>
      </pc:sldChg>
      <pc:sldChg chg="addSp modSp add del mod">
        <pc:chgData name="Cortés Julio" userId="79a7b732-fdde-4093-9c50-423298d70c27" providerId="ADAL" clId="{4A8DDA46-6E4C-40DF-B53A-3C8638A92B8A}" dt="2026-05-24T13:54:55.006" v="713"/>
        <pc:sldMkLst>
          <pc:docMk/>
          <pc:sldMk cId="299147264" sldId="269"/>
        </pc:sldMkLst>
      </pc:sldChg>
      <pc:sldChg chg="addSp modSp add del mod">
        <pc:chgData name="Cortés Julio" userId="79a7b732-fdde-4093-9c50-423298d70c27" providerId="ADAL" clId="{4A8DDA46-6E4C-40DF-B53A-3C8638A92B8A}" dt="2026-05-24T14:08:04.662" v="768"/>
        <pc:sldMkLst>
          <pc:docMk/>
          <pc:sldMk cId="4092431379" sldId="270"/>
        </pc:sldMkLst>
      </pc:sldChg>
      <pc:sldChg chg="addSp modSp new del mod">
        <pc:chgData name="Cortés Julio" userId="79a7b732-fdde-4093-9c50-423298d70c27" providerId="ADAL" clId="{4A8DDA46-6E4C-40DF-B53A-3C8638A92B8A}" dt="2026-05-24T13:47:56.255" v="707"/>
        <pc:sldMkLst>
          <pc:docMk/>
          <pc:sldMk cId="359828112" sldId="276"/>
        </pc:sldMkLst>
        <pc:spChg chg="mod">
          <ac:chgData name="Cortés Julio" userId="79a7b732-fdde-4093-9c50-423298d70c27" providerId="ADAL" clId="{4A8DDA46-6E4C-40DF-B53A-3C8638A92B8A}" dt="2026-05-24T13:41:43.916" v="523" actId="20577"/>
          <ac:spMkLst>
            <pc:docMk/>
            <pc:sldMk cId="359828112" sldId="276"/>
            <ac:spMk id="2" creationId="{CF6C00A0-7B69-6C4C-51B6-DDB4CBCE6478}"/>
          </ac:spMkLst>
        </pc:spChg>
        <pc:spChg chg="mod">
          <ac:chgData name="Cortés Julio" userId="79a7b732-fdde-4093-9c50-423298d70c27" providerId="ADAL" clId="{4A8DDA46-6E4C-40DF-B53A-3C8638A92B8A}" dt="2026-05-24T13:45:38.749" v="705" actId="27636"/>
          <ac:spMkLst>
            <pc:docMk/>
            <pc:sldMk cId="359828112" sldId="276"/>
            <ac:spMk id="3" creationId="{7863B830-976B-0CBC-8E88-F39FFF89BA5A}"/>
          </ac:spMkLst>
        </pc:spChg>
        <pc:picChg chg="add mod">
          <ac:chgData name="Cortés Julio" userId="79a7b732-fdde-4093-9c50-423298d70c27" providerId="ADAL" clId="{4A8DDA46-6E4C-40DF-B53A-3C8638A92B8A}" dt="2026-05-24T13:45:35.048" v="703" actId="1076"/>
          <ac:picMkLst>
            <pc:docMk/>
            <pc:sldMk cId="359828112" sldId="276"/>
            <ac:picMk id="5" creationId="{D8D7D1C6-16F7-8380-6F60-55814DF32896}"/>
          </ac:picMkLst>
        </pc:picChg>
      </pc:sldChg>
      <pc:sldChg chg="modSp add mod">
        <pc:chgData name="Cortés Julio" userId="79a7b732-fdde-4093-9c50-423298d70c27" providerId="ADAL" clId="{4A8DDA46-6E4C-40DF-B53A-3C8638A92B8A}" dt="2026-05-25T14:48:17.941" v="846" actId="20577"/>
        <pc:sldMkLst>
          <pc:docMk/>
          <pc:sldMk cId="3147733178" sldId="277"/>
        </pc:sldMkLst>
        <pc:spChg chg="mod">
          <ac:chgData name="Cortés Julio" userId="79a7b732-fdde-4093-9c50-423298d70c27" providerId="ADAL" clId="{4A8DDA46-6E4C-40DF-B53A-3C8638A92B8A}" dt="2026-05-25T14:48:10.638" v="840" actId="20577"/>
          <ac:spMkLst>
            <pc:docMk/>
            <pc:sldMk cId="3147733178" sldId="277"/>
            <ac:spMk id="13" creationId="{00000000-0000-0000-0000-000000000000}"/>
          </ac:spMkLst>
        </pc:spChg>
        <pc:spChg chg="mod">
          <ac:chgData name="Cortés Julio" userId="79a7b732-fdde-4093-9c50-423298d70c27" providerId="ADAL" clId="{4A8DDA46-6E4C-40DF-B53A-3C8638A92B8A}" dt="2026-05-25T14:48:14.295" v="843" actId="20577"/>
          <ac:spMkLst>
            <pc:docMk/>
            <pc:sldMk cId="3147733178" sldId="277"/>
            <ac:spMk id="19" creationId="{00000000-0000-0000-0000-000000000000}"/>
          </ac:spMkLst>
        </pc:spChg>
        <pc:spChg chg="mod">
          <ac:chgData name="Cortés Julio" userId="79a7b732-fdde-4093-9c50-423298d70c27" providerId="ADAL" clId="{4A8DDA46-6E4C-40DF-B53A-3C8638A92B8A}" dt="2026-05-25T14:48:17.941" v="846" actId="20577"/>
          <ac:spMkLst>
            <pc:docMk/>
            <pc:sldMk cId="3147733178" sldId="277"/>
            <ac:spMk id="25" creationId="{00000000-0000-0000-0000-000000000000}"/>
          </ac:spMkLst>
        </pc:spChg>
      </pc:sldChg>
      <pc:sldChg chg="addSp delSp modSp add del mod setBg">
        <pc:chgData name="Cortés Julio" userId="79a7b732-fdde-4093-9c50-423298d70c27" providerId="ADAL" clId="{4A8DDA46-6E4C-40DF-B53A-3C8638A92B8A}" dt="2026-05-24T14:07:38.135" v="766"/>
        <pc:sldMkLst>
          <pc:docMk/>
          <pc:sldMk cId="954870702" sldId="278"/>
        </pc:sldMkLst>
        <pc:spChg chg="mod">
          <ac:chgData name="Cortés Julio" userId="79a7b732-fdde-4093-9c50-423298d70c27" providerId="ADAL" clId="{4A8DDA46-6E4C-40DF-B53A-3C8638A92B8A}" dt="2026-05-24T13:57:56.303" v="741" actId="26606"/>
          <ac:spMkLst>
            <pc:docMk/>
            <pc:sldMk cId="954870702" sldId="278"/>
            <ac:spMk id="2" creationId="{452DE730-7B66-357C-F271-EA4C6E623F33}"/>
          </ac:spMkLst>
        </pc:spChg>
        <pc:spChg chg="mod">
          <ac:chgData name="Cortés Julio" userId="79a7b732-fdde-4093-9c50-423298d70c27" providerId="ADAL" clId="{4A8DDA46-6E4C-40DF-B53A-3C8638A92B8A}" dt="2026-05-24T13:57:56.307" v="742" actId="26606"/>
          <ac:spMkLst>
            <pc:docMk/>
            <pc:sldMk cId="954870702" sldId="278"/>
            <ac:spMk id="3" creationId="{296F946B-5FC6-B085-0FB0-CD06B316D3C6}"/>
          </ac:spMkLst>
        </pc:spChg>
        <pc:spChg chg="add del">
          <ac:chgData name="Cortés Julio" userId="79a7b732-fdde-4093-9c50-423298d70c27" providerId="ADAL" clId="{4A8DDA46-6E4C-40DF-B53A-3C8638A92B8A}" dt="2026-05-24T13:57:56.307" v="742" actId="26606"/>
          <ac:spMkLst>
            <pc:docMk/>
            <pc:sldMk cId="954870702" sldId="278"/>
            <ac:spMk id="35" creationId="{84DF55BE-B4AB-4BA1-BDE1-E9F7FB3F110A}"/>
          </ac:spMkLst>
        </pc:spChg>
        <pc:spChg chg="add del">
          <ac:chgData name="Cortés Julio" userId="79a7b732-fdde-4093-9c50-423298d70c27" providerId="ADAL" clId="{4A8DDA46-6E4C-40DF-B53A-3C8638A92B8A}" dt="2026-05-24T13:57:48.388" v="739" actId="26606"/>
          <ac:spMkLst>
            <pc:docMk/>
            <pc:sldMk cId="954870702" sldId="278"/>
            <ac:spMk id="40" creationId="{8761DDFE-071F-4200-B0AA-394476C2D2D6}"/>
          </ac:spMkLst>
        </pc:spChg>
        <pc:spChg chg="add del">
          <ac:chgData name="Cortés Julio" userId="79a7b732-fdde-4093-9c50-423298d70c27" providerId="ADAL" clId="{4A8DDA46-6E4C-40DF-B53A-3C8638A92B8A}" dt="2026-05-24T13:57:56.303" v="741" actId="26606"/>
          <ac:spMkLst>
            <pc:docMk/>
            <pc:sldMk cId="954870702" sldId="278"/>
            <ac:spMk id="42" creationId="{8761DDFE-071F-4200-B0AA-394476C2D2D6}"/>
          </ac:spMkLst>
        </pc:spChg>
        <pc:spChg chg="add">
          <ac:chgData name="Cortés Julio" userId="79a7b732-fdde-4093-9c50-423298d70c27" providerId="ADAL" clId="{4A8DDA46-6E4C-40DF-B53A-3C8638A92B8A}" dt="2026-05-24T13:57:56.307" v="742" actId="26606"/>
          <ac:spMkLst>
            <pc:docMk/>
            <pc:sldMk cId="954870702" sldId="278"/>
            <ac:spMk id="44" creationId="{84DF55BE-B4AB-4BA1-BDE1-E9F7FB3F110A}"/>
          </ac:spMkLst>
        </pc:spChg>
        <pc:graphicFrameChg chg="add mod modGraphic">
          <ac:chgData name="Cortés Julio" userId="79a7b732-fdde-4093-9c50-423298d70c27" providerId="ADAL" clId="{4A8DDA46-6E4C-40DF-B53A-3C8638A92B8A}" dt="2026-05-24T13:58:23.471" v="752" actId="1076"/>
          <ac:graphicFrameMkLst>
            <pc:docMk/>
            <pc:sldMk cId="954870702" sldId="278"/>
            <ac:graphicFrameMk id="30" creationId="{00000000-0000-0000-0000-000000000000}"/>
          </ac:graphicFrameMkLst>
        </pc:graphicFrameChg>
        <pc:picChg chg="mod">
          <ac:chgData name="Cortés Julio" userId="79a7b732-fdde-4093-9c50-423298d70c27" providerId="ADAL" clId="{4A8DDA46-6E4C-40DF-B53A-3C8638A92B8A}" dt="2026-05-24T13:55:25.894" v="718"/>
          <ac:picMkLst>
            <pc:docMk/>
            <pc:sldMk cId="954870702" sldId="278"/>
            <ac:picMk id="5" creationId="{9FAE68A4-4499-FFBA-A727-465FEF41AFB2}"/>
          </ac:picMkLst>
        </pc:picChg>
        <pc:picChg chg="add mod ord">
          <ac:chgData name="Cortés Julio" userId="79a7b732-fdde-4093-9c50-423298d70c27" providerId="ADAL" clId="{4A8DDA46-6E4C-40DF-B53A-3C8638A92B8A}" dt="2026-05-24T13:58:26.131" v="753" actId="1076"/>
          <ac:picMkLst>
            <pc:docMk/>
            <pc:sldMk cId="954870702" sldId="278"/>
            <ac:picMk id="6" creationId="{D7EA5ADC-9461-04AC-AAD7-1988FFAF20C7}"/>
          </ac:picMkLst>
        </pc:picChg>
      </pc:sldChg>
      <pc:sldChg chg="modSp add mod">
        <pc:chgData name="Cortés Julio" userId="79a7b732-fdde-4093-9c50-423298d70c27" providerId="ADAL" clId="{4A8DDA46-6E4C-40DF-B53A-3C8638A92B8A}" dt="2026-05-24T14:20:37.119" v="805" actId="20577"/>
        <pc:sldMkLst>
          <pc:docMk/>
          <pc:sldMk cId="1013941390" sldId="279"/>
        </pc:sldMkLst>
        <pc:spChg chg="mod">
          <ac:chgData name="Cortés Julio" userId="79a7b732-fdde-4093-9c50-423298d70c27" providerId="ADAL" clId="{4A8DDA46-6E4C-40DF-B53A-3C8638A92B8A}" dt="2026-05-24T14:06:58.350" v="762" actId="27636"/>
          <ac:spMkLst>
            <pc:docMk/>
            <pc:sldMk cId="1013941390" sldId="279"/>
            <ac:spMk id="2" creationId="{435A6570-F0D1-59EB-5F26-DC515312CA7B}"/>
          </ac:spMkLst>
        </pc:spChg>
        <pc:spChg chg="mod">
          <ac:chgData name="Cortés Julio" userId="79a7b732-fdde-4093-9c50-423298d70c27" providerId="ADAL" clId="{4A8DDA46-6E4C-40DF-B53A-3C8638A92B8A}" dt="2026-05-24T14:20:37.119" v="805" actId="20577"/>
          <ac:spMkLst>
            <pc:docMk/>
            <pc:sldMk cId="1013941390" sldId="279"/>
            <ac:spMk id="3" creationId="{47286125-1539-2DDD-7FA4-064DD2E9680F}"/>
          </ac:spMkLst>
        </pc:spChg>
      </pc:sldChg>
      <pc:sldChg chg="modSp add mod">
        <pc:chgData name="Cortés Julio" userId="79a7b732-fdde-4093-9c50-423298d70c27" providerId="ADAL" clId="{4A8DDA46-6E4C-40DF-B53A-3C8638A92B8A}" dt="2026-05-24T14:20:54.524" v="816" actId="20577"/>
        <pc:sldMkLst>
          <pc:docMk/>
          <pc:sldMk cId="3678226164" sldId="280"/>
        </pc:sldMkLst>
        <pc:spChg chg="mod">
          <ac:chgData name="Cortés Julio" userId="79a7b732-fdde-4093-9c50-423298d70c27" providerId="ADAL" clId="{4A8DDA46-6E4C-40DF-B53A-3C8638A92B8A}" dt="2026-05-24T14:20:54.524" v="816" actId="20577"/>
          <ac:spMkLst>
            <pc:docMk/>
            <pc:sldMk cId="3678226164" sldId="280"/>
            <ac:spMk id="3" creationId="{5380B513-38F0-0CFB-583A-AF0890CDC5C1}"/>
          </ac:spMkLst>
        </pc:spChg>
      </pc:sldChg>
      <pc:sldChg chg="add del">
        <pc:chgData name="Cortés Julio" userId="79a7b732-fdde-4093-9c50-423298d70c27" providerId="ADAL" clId="{4A8DDA46-6E4C-40DF-B53A-3C8638A92B8A}" dt="2026-05-24T14:08:30.636" v="771"/>
        <pc:sldMkLst>
          <pc:docMk/>
          <pc:sldMk cId="4270385879" sldId="281"/>
        </pc:sldMkLst>
      </pc:sldChg>
      <pc:sldChg chg="modSp add mod">
        <pc:chgData name="Cortés Julio" userId="79a7b732-fdde-4093-9c50-423298d70c27" providerId="ADAL" clId="{4A8DDA46-6E4C-40DF-B53A-3C8638A92B8A}" dt="2026-05-24T14:20:15.874" v="794" actId="20577"/>
        <pc:sldMkLst>
          <pc:docMk/>
          <pc:sldMk cId="1339928727" sldId="282"/>
        </pc:sldMkLst>
        <pc:spChg chg="mod">
          <ac:chgData name="Cortés Julio" userId="79a7b732-fdde-4093-9c50-423298d70c27" providerId="ADAL" clId="{4A8DDA46-6E4C-40DF-B53A-3C8638A92B8A}" dt="2026-05-24T14:08:04.686" v="769" actId="27636"/>
          <ac:spMkLst>
            <pc:docMk/>
            <pc:sldMk cId="1339928727" sldId="282"/>
            <ac:spMk id="2" creationId="{CAF97165-8DE5-4E6A-1E44-A3C8E170C530}"/>
          </ac:spMkLst>
        </pc:spChg>
        <pc:spChg chg="mod">
          <ac:chgData name="Cortés Julio" userId="79a7b732-fdde-4093-9c50-423298d70c27" providerId="ADAL" clId="{4A8DDA46-6E4C-40DF-B53A-3C8638A92B8A}" dt="2026-05-24T14:20:15.874" v="794" actId="20577"/>
          <ac:spMkLst>
            <pc:docMk/>
            <pc:sldMk cId="1339928727" sldId="282"/>
            <ac:spMk id="3" creationId="{8E31F875-3FD9-E188-84C7-67FE6F90E35F}"/>
          </ac:spMkLst>
        </pc:spChg>
      </pc:sldChg>
      <pc:sldChg chg="modSp add mod">
        <pc:chgData name="Cortés Julio" userId="79a7b732-fdde-4093-9c50-423298d70c27" providerId="ADAL" clId="{4A8DDA46-6E4C-40DF-B53A-3C8638A92B8A}" dt="2026-05-24T14:19:45.542" v="780" actId="20577"/>
        <pc:sldMkLst>
          <pc:docMk/>
          <pc:sldMk cId="667267925" sldId="283"/>
        </pc:sldMkLst>
        <pc:spChg chg="mod">
          <ac:chgData name="Cortés Julio" userId="79a7b732-fdde-4093-9c50-423298d70c27" providerId="ADAL" clId="{4A8DDA46-6E4C-40DF-B53A-3C8638A92B8A}" dt="2026-05-24T14:19:45.542" v="780" actId="20577"/>
          <ac:spMkLst>
            <pc:docMk/>
            <pc:sldMk cId="667267925" sldId="283"/>
            <ac:spMk id="2" creationId="{452DE730-7B66-357C-F271-EA4C6E623F33}"/>
          </ac:spMkLst>
        </pc:spChg>
        <pc:spChg chg="mod">
          <ac:chgData name="Cortés Julio" userId="79a7b732-fdde-4093-9c50-423298d70c27" providerId="ADAL" clId="{4A8DDA46-6E4C-40DF-B53A-3C8638A92B8A}" dt="2026-05-24T14:19:40.221" v="776" actId="6549"/>
          <ac:spMkLst>
            <pc:docMk/>
            <pc:sldMk cId="667267925" sldId="283"/>
            <ac:spMk id="3" creationId="{296F946B-5FC6-B085-0FB0-CD06B316D3C6}"/>
          </ac:spMkLst>
        </pc:spChg>
      </pc:sldChg>
      <pc:sldChg chg="modSp mod">
        <pc:chgData name="Cortés Julio" userId="79a7b732-fdde-4093-9c50-423298d70c27" providerId="ADAL" clId="{4A8DDA46-6E4C-40DF-B53A-3C8638A92B8A}" dt="2026-05-25T14:46:53.484" v="835" actId="5793"/>
        <pc:sldMkLst>
          <pc:docMk/>
          <pc:sldMk cId="2023890309" sldId="285"/>
        </pc:sldMkLst>
        <pc:spChg chg="mod">
          <ac:chgData name="Cortés Julio" userId="79a7b732-fdde-4093-9c50-423298d70c27" providerId="ADAL" clId="{4A8DDA46-6E4C-40DF-B53A-3C8638A92B8A}" dt="2026-05-25T14:46:53.484" v="835" actId="5793"/>
          <ac:spMkLst>
            <pc:docMk/>
            <pc:sldMk cId="2023890309" sldId="285"/>
            <ac:spMk id="3" creationId="{B7F7AD73-5437-CC8B-4BE0-CD7F197131D6}"/>
          </ac:spMkLst>
        </pc:spChg>
      </pc:sldChg>
    </pc:docChg>
  </pc:docChgLst>
  <pc:docChgLst>
    <pc:chgData name="Fernandes Gonçalves Walter" userId="S::walter.fernande@hes-so.ch::19345606-0ac9-4978-af48-2e44bafb6b43" providerId="AD" clId="Web-{7C06A669-7668-55E6-0201-F015B65B34A8}"/>
    <pc:docChg chg="modSld">
      <pc:chgData name="Fernandes Gonçalves Walter" userId="S::walter.fernande@hes-so.ch::19345606-0ac9-4978-af48-2e44bafb6b43" providerId="AD" clId="Web-{7C06A669-7668-55E6-0201-F015B65B34A8}" dt="2026-05-25T14:16:05.191" v="4"/>
      <pc:docMkLst>
        <pc:docMk/>
      </pc:docMkLst>
      <pc:sldChg chg="modSp">
        <pc:chgData name="Fernandes Gonçalves Walter" userId="S::walter.fernande@hes-so.ch::19345606-0ac9-4978-af48-2e44bafb6b43" providerId="AD" clId="Web-{7C06A669-7668-55E6-0201-F015B65B34A8}" dt="2026-05-25T14:04:21.438" v="2" actId="20577"/>
        <pc:sldMkLst>
          <pc:docMk/>
          <pc:sldMk cId="1755848998" sldId="256"/>
        </pc:sldMkLst>
        <pc:spChg chg="mod">
          <ac:chgData name="Fernandes Gonçalves Walter" userId="S::walter.fernande@hes-so.ch::19345606-0ac9-4978-af48-2e44bafb6b43" providerId="AD" clId="Web-{7C06A669-7668-55E6-0201-F015B65B34A8}" dt="2026-05-25T14:04:21.438" v="2" actId="20577"/>
          <ac:spMkLst>
            <pc:docMk/>
            <pc:sldMk cId="1755848998" sldId="256"/>
            <ac:spMk id="3" creationId="{CE5C5AFF-4F2A-0EDC-B105-8211E583B724}"/>
          </ac:spMkLst>
        </pc:spChg>
      </pc:sldChg>
      <pc:sldChg chg="addSp delSp modSp">
        <pc:chgData name="Fernandes Gonçalves Walter" userId="S::walter.fernande@hes-so.ch::19345606-0ac9-4978-af48-2e44bafb6b43" providerId="AD" clId="Web-{7C06A669-7668-55E6-0201-F015B65B34A8}" dt="2026-05-25T14:16:05.191" v="4"/>
        <pc:sldMkLst>
          <pc:docMk/>
          <pc:sldMk cId="2595883796" sldId="272"/>
        </pc:sldMkLst>
        <pc:spChg chg="add del">
          <ac:chgData name="Fernandes Gonçalves Walter" userId="S::walter.fernande@hes-so.ch::19345606-0ac9-4978-af48-2e44bafb6b43" providerId="AD" clId="Web-{7C06A669-7668-55E6-0201-F015B65B34A8}" dt="2026-05-25T14:16:05.191" v="4"/>
          <ac:spMkLst>
            <pc:docMk/>
            <pc:sldMk cId="2595883796" sldId="272"/>
            <ac:spMk id="3" creationId="{98639A78-BE1A-7644-5FCF-1962A43BA775}"/>
          </ac:spMkLst>
        </pc:spChg>
        <pc:picChg chg="add del mod ord">
          <ac:chgData name="Fernandes Gonçalves Walter" userId="S::walter.fernande@hes-so.ch::19345606-0ac9-4978-af48-2e44bafb6b43" providerId="AD" clId="Web-{7C06A669-7668-55E6-0201-F015B65B34A8}" dt="2026-05-25T14:16:05.191" v="4"/>
          <ac:picMkLst>
            <pc:docMk/>
            <pc:sldMk cId="2595883796" sldId="272"/>
            <ac:picMk id="4" creationId="{B8BFA18F-F804-B29A-6356-70D55CA24FB9}"/>
          </ac:picMkLst>
        </pc:picChg>
      </pc:sldChg>
    </pc:docChg>
  </pc:docChgLst>
  <pc:docChgLst>
    <pc:chgData name="Da Costa Tatiana" userId="de31ec43-8ac4-46a1-93b2-7de0c3f8ea20" providerId="ADAL" clId="{05D61072-32C9-4C5A-B7C3-B14F025B6837}"/>
    <pc:docChg chg="undo custSel addSld delSld modSld">
      <pc:chgData name="Da Costa Tatiana" userId="de31ec43-8ac4-46a1-93b2-7de0c3f8ea20" providerId="ADAL" clId="{05D61072-32C9-4C5A-B7C3-B14F025B6837}" dt="2026-05-25T15:32:03.585" v="1947" actId="108"/>
      <pc:docMkLst>
        <pc:docMk/>
      </pc:docMkLst>
      <pc:sldChg chg="modSp mod modNotesTx">
        <pc:chgData name="Da Costa Tatiana" userId="de31ec43-8ac4-46a1-93b2-7de0c3f8ea20" providerId="ADAL" clId="{05D61072-32C9-4C5A-B7C3-B14F025B6837}" dt="2026-05-14T19:59:12.376" v="143" actId="20577"/>
        <pc:sldMkLst>
          <pc:docMk/>
          <pc:sldMk cId="3584745290" sldId="257"/>
        </pc:sldMkLst>
        <pc:spChg chg="mod">
          <ac:chgData name="Da Costa Tatiana" userId="de31ec43-8ac4-46a1-93b2-7de0c3f8ea20" providerId="ADAL" clId="{05D61072-32C9-4C5A-B7C3-B14F025B6837}" dt="2026-05-14T16:18:51.684" v="72" actId="20577"/>
          <ac:spMkLst>
            <pc:docMk/>
            <pc:sldMk cId="3584745290" sldId="257"/>
            <ac:spMk id="23" creationId="{C49B09F9-D7DE-2B82-BF30-7653B4837575}"/>
          </ac:spMkLst>
        </pc:spChg>
      </pc:sldChg>
      <pc:sldChg chg="addSp delSp modSp mod setBg">
        <pc:chgData name="Da Costa Tatiana" userId="de31ec43-8ac4-46a1-93b2-7de0c3f8ea20" providerId="ADAL" clId="{05D61072-32C9-4C5A-B7C3-B14F025B6837}" dt="2026-05-23T12:47:15.873" v="464" actId="26606"/>
        <pc:sldMkLst>
          <pc:docMk/>
          <pc:sldMk cId="999419325" sldId="258"/>
        </pc:sldMkLst>
        <pc:spChg chg="mod">
          <ac:chgData name="Da Costa Tatiana" userId="de31ec43-8ac4-46a1-93b2-7de0c3f8ea20" providerId="ADAL" clId="{05D61072-32C9-4C5A-B7C3-B14F025B6837}" dt="2026-05-23T12:47:15.873" v="464" actId="26606"/>
          <ac:spMkLst>
            <pc:docMk/>
            <pc:sldMk cId="999419325" sldId="258"/>
            <ac:spMk id="2" creationId="{36EE3B1D-668F-706E-4A4A-301F3D3B2599}"/>
          </ac:spMkLst>
        </pc:spChg>
        <pc:spChg chg="mod">
          <ac:chgData name="Da Costa Tatiana" userId="de31ec43-8ac4-46a1-93b2-7de0c3f8ea20" providerId="ADAL" clId="{05D61072-32C9-4C5A-B7C3-B14F025B6837}" dt="2026-05-23T12:47:15.873" v="464" actId="26606"/>
          <ac:spMkLst>
            <pc:docMk/>
            <pc:sldMk cId="999419325" sldId="258"/>
            <ac:spMk id="3" creationId="{83080C6E-99A9-FAE1-0C62-C40CD90603EF}"/>
          </ac:spMkLst>
        </pc:spChg>
        <pc:spChg chg="add">
          <ac:chgData name="Da Costa Tatiana" userId="de31ec43-8ac4-46a1-93b2-7de0c3f8ea20" providerId="ADAL" clId="{05D61072-32C9-4C5A-B7C3-B14F025B6837}" dt="2026-05-23T12:47:15.873" v="464" actId="26606"/>
          <ac:spMkLst>
            <pc:docMk/>
            <pc:sldMk cId="999419325" sldId="258"/>
            <ac:spMk id="8" creationId="{B6CDA21F-E7AF-4C75-8395-33F58D5B0E45}"/>
          </ac:spMkLst>
        </pc:spChg>
        <pc:spChg chg="add">
          <ac:chgData name="Da Costa Tatiana" userId="de31ec43-8ac4-46a1-93b2-7de0c3f8ea20" providerId="ADAL" clId="{05D61072-32C9-4C5A-B7C3-B14F025B6837}" dt="2026-05-23T12:47:15.873" v="464" actId="26606"/>
          <ac:spMkLst>
            <pc:docMk/>
            <pc:sldMk cId="999419325" sldId="258"/>
            <ac:spMk id="15" creationId="{D5B0017B-2ECA-49AF-B397-DC140825DF8D}"/>
          </ac:spMkLst>
        </pc:spChg>
        <pc:grpChg chg="add">
          <ac:chgData name="Da Costa Tatiana" userId="de31ec43-8ac4-46a1-93b2-7de0c3f8ea20" providerId="ADAL" clId="{05D61072-32C9-4C5A-B7C3-B14F025B6837}" dt="2026-05-23T12:47:15.873" v="464" actId="26606"/>
          <ac:grpSpMkLst>
            <pc:docMk/>
            <pc:sldMk cId="999419325" sldId="258"/>
            <ac:grpSpMk id="10" creationId="{AE1C45F0-260A-458C-96ED-C1F6D2151219}"/>
          </ac:grpSpMkLst>
        </pc:grpChg>
        <pc:cxnChg chg="add">
          <ac:chgData name="Da Costa Tatiana" userId="de31ec43-8ac4-46a1-93b2-7de0c3f8ea20" providerId="ADAL" clId="{05D61072-32C9-4C5A-B7C3-B14F025B6837}" dt="2026-05-23T12:47:15.873" v="464" actId="26606"/>
          <ac:cxnSpMkLst>
            <pc:docMk/>
            <pc:sldMk cId="999419325" sldId="258"/>
            <ac:cxnSpMk id="17" creationId="{6CF1BAF6-AD41-4082-B212-8A1F9A2E8779}"/>
          </ac:cxnSpMkLst>
        </pc:cxnChg>
      </pc:sldChg>
      <pc:sldChg chg="addSp delSp modSp mod modNotesTx">
        <pc:chgData name="Da Costa Tatiana" userId="de31ec43-8ac4-46a1-93b2-7de0c3f8ea20" providerId="ADAL" clId="{05D61072-32C9-4C5A-B7C3-B14F025B6837}" dt="2026-05-23T13:14:15.292" v="1252" actId="20577"/>
        <pc:sldMkLst>
          <pc:docMk/>
          <pc:sldMk cId="2295866246" sldId="260"/>
        </pc:sldMkLst>
        <pc:spChg chg="mod">
          <ac:chgData name="Da Costa Tatiana" userId="de31ec43-8ac4-46a1-93b2-7de0c3f8ea20" providerId="ADAL" clId="{05D61072-32C9-4C5A-B7C3-B14F025B6837}" dt="2026-05-23T13:08:30.900" v="1023" actId="26606"/>
          <ac:spMkLst>
            <pc:docMk/>
            <pc:sldMk cId="2295866246" sldId="260"/>
            <ac:spMk id="2" creationId="{1770834C-25D5-7BE9-6582-7DC1AFAB954E}"/>
          </ac:spMkLst>
        </pc:spChg>
        <pc:spChg chg="mod ord">
          <ac:chgData name="Da Costa Tatiana" userId="de31ec43-8ac4-46a1-93b2-7de0c3f8ea20" providerId="ADAL" clId="{05D61072-32C9-4C5A-B7C3-B14F025B6837}" dt="2026-05-23T13:08:44.695" v="1024" actId="33524"/>
          <ac:spMkLst>
            <pc:docMk/>
            <pc:sldMk cId="2295866246" sldId="260"/>
            <ac:spMk id="3" creationId="{65649DAA-1717-2D1E-BF95-805191B4727B}"/>
          </ac:spMkLst>
        </pc:spChg>
        <pc:spChg chg="add">
          <ac:chgData name="Da Costa Tatiana" userId="de31ec43-8ac4-46a1-93b2-7de0c3f8ea20" providerId="ADAL" clId="{05D61072-32C9-4C5A-B7C3-B14F025B6837}" dt="2026-05-23T13:08:30.900" v="1023" actId="26606"/>
          <ac:spMkLst>
            <pc:docMk/>
            <pc:sldMk cId="2295866246" sldId="260"/>
            <ac:spMk id="23" creationId="{9D25F302-27C5-414F-97F8-6EA0A6C028BA}"/>
          </ac:spMkLst>
        </pc:spChg>
        <pc:spChg chg="add">
          <ac:chgData name="Da Costa Tatiana" userId="de31ec43-8ac4-46a1-93b2-7de0c3f8ea20" providerId="ADAL" clId="{05D61072-32C9-4C5A-B7C3-B14F025B6837}" dt="2026-05-23T13:08:30.900" v="1023" actId="26606"/>
          <ac:spMkLst>
            <pc:docMk/>
            <pc:sldMk cId="2295866246" sldId="260"/>
            <ac:spMk id="25" creationId="{830A36F8-48C2-4842-A87B-8CE8DF4E7FD2}"/>
          </ac:spMkLst>
        </pc:spChg>
        <pc:spChg chg="add">
          <ac:chgData name="Da Costa Tatiana" userId="de31ec43-8ac4-46a1-93b2-7de0c3f8ea20" providerId="ADAL" clId="{05D61072-32C9-4C5A-B7C3-B14F025B6837}" dt="2026-05-23T13:08:30.900" v="1023" actId="26606"/>
          <ac:spMkLst>
            <pc:docMk/>
            <pc:sldMk cId="2295866246" sldId="260"/>
            <ac:spMk id="27" creationId="{8F451A30-466B-4996-9BA5-CD6ABCC6D558}"/>
          </ac:spMkLst>
        </pc:spChg>
        <pc:picChg chg="mod">
          <ac:chgData name="Da Costa Tatiana" userId="de31ec43-8ac4-46a1-93b2-7de0c3f8ea20" providerId="ADAL" clId="{05D61072-32C9-4C5A-B7C3-B14F025B6837}" dt="2026-05-23T13:04:01.602" v="778" actId="14100"/>
          <ac:picMkLst>
            <pc:docMk/>
            <pc:sldMk cId="2295866246" sldId="260"/>
            <ac:picMk id="5" creationId="{49EBEAEA-3661-8DEB-9540-26809246B34C}"/>
          </ac:picMkLst>
        </pc:picChg>
      </pc:sldChg>
      <pc:sldChg chg="addSp delSp modSp new mod setBg modNotesTx">
        <pc:chgData name="Da Costa Tatiana" userId="de31ec43-8ac4-46a1-93b2-7de0c3f8ea20" providerId="ADAL" clId="{05D61072-32C9-4C5A-B7C3-B14F025B6837}" dt="2026-05-23T12:47:49.161" v="468" actId="14100"/>
        <pc:sldMkLst>
          <pc:docMk/>
          <pc:sldMk cId="4272742936" sldId="271"/>
        </pc:sldMkLst>
        <pc:spChg chg="mod">
          <ac:chgData name="Da Costa Tatiana" userId="de31ec43-8ac4-46a1-93b2-7de0c3f8ea20" providerId="ADAL" clId="{05D61072-32C9-4C5A-B7C3-B14F025B6837}" dt="2026-05-23T12:47:46.411" v="467" actId="1076"/>
          <ac:spMkLst>
            <pc:docMk/>
            <pc:sldMk cId="4272742936" sldId="271"/>
            <ac:spMk id="2" creationId="{8F34896C-8F2E-DB3D-BBB1-1E182D7F354F}"/>
          </ac:spMkLst>
        </pc:spChg>
        <pc:spChg chg="add">
          <ac:chgData name="Da Costa Tatiana" userId="de31ec43-8ac4-46a1-93b2-7de0c3f8ea20" providerId="ADAL" clId="{05D61072-32C9-4C5A-B7C3-B14F025B6837}" dt="2026-05-23T12:47:39.358" v="465" actId="26606"/>
          <ac:spMkLst>
            <pc:docMk/>
            <pc:sldMk cId="4272742936" sldId="271"/>
            <ac:spMk id="12" creationId="{9D25F302-27C5-414F-97F8-6EA0A6C028BA}"/>
          </ac:spMkLst>
        </pc:spChg>
        <pc:spChg chg="add">
          <ac:chgData name="Da Costa Tatiana" userId="de31ec43-8ac4-46a1-93b2-7de0c3f8ea20" providerId="ADAL" clId="{05D61072-32C9-4C5A-B7C3-B14F025B6837}" dt="2026-05-23T12:47:39.358" v="465" actId="26606"/>
          <ac:spMkLst>
            <pc:docMk/>
            <pc:sldMk cId="4272742936" sldId="271"/>
            <ac:spMk id="14" creationId="{830A36F8-48C2-4842-A87B-8CE8DF4E7FD2}"/>
          </ac:spMkLst>
        </pc:spChg>
        <pc:spChg chg="add">
          <ac:chgData name="Da Costa Tatiana" userId="de31ec43-8ac4-46a1-93b2-7de0c3f8ea20" providerId="ADAL" clId="{05D61072-32C9-4C5A-B7C3-B14F025B6837}" dt="2026-05-23T12:47:39.358" v="465" actId="26606"/>
          <ac:spMkLst>
            <pc:docMk/>
            <pc:sldMk cId="4272742936" sldId="271"/>
            <ac:spMk id="16" creationId="{8F451A30-466B-4996-9BA5-CD6ABCC6D558}"/>
          </ac:spMkLst>
        </pc:spChg>
        <pc:picChg chg="add del mod">
          <ac:chgData name="Da Costa Tatiana" userId="de31ec43-8ac4-46a1-93b2-7de0c3f8ea20" providerId="ADAL" clId="{05D61072-32C9-4C5A-B7C3-B14F025B6837}" dt="2026-05-23T12:47:49.161" v="468" actId="14100"/>
          <ac:picMkLst>
            <pc:docMk/>
            <pc:sldMk cId="4272742936" sldId="271"/>
            <ac:picMk id="5" creationId="{95553EA6-0D10-3B77-038F-00E13EC89A5B}"/>
          </ac:picMkLst>
        </pc:picChg>
      </pc:sldChg>
      <pc:sldChg chg="addSp modSp new mod setBg modNotesTx">
        <pc:chgData name="Da Costa Tatiana" userId="de31ec43-8ac4-46a1-93b2-7de0c3f8ea20" providerId="ADAL" clId="{05D61072-32C9-4C5A-B7C3-B14F025B6837}" dt="2026-05-23T13:39:25.033" v="1754" actId="12"/>
        <pc:sldMkLst>
          <pc:docMk/>
          <pc:sldMk cId="2180808181" sldId="273"/>
        </pc:sldMkLst>
        <pc:spChg chg="mod">
          <ac:chgData name="Da Costa Tatiana" userId="de31ec43-8ac4-46a1-93b2-7de0c3f8ea20" providerId="ADAL" clId="{05D61072-32C9-4C5A-B7C3-B14F025B6837}" dt="2026-05-23T13:35:40.448" v="1751" actId="1076"/>
          <ac:spMkLst>
            <pc:docMk/>
            <pc:sldMk cId="2180808181" sldId="273"/>
            <ac:spMk id="2" creationId="{0F8C17B9-B057-B3A7-3748-481B5D2D61C1}"/>
          </ac:spMkLst>
        </pc:spChg>
        <pc:spChg chg="mod">
          <ac:chgData name="Da Costa Tatiana" userId="de31ec43-8ac4-46a1-93b2-7de0c3f8ea20" providerId="ADAL" clId="{05D61072-32C9-4C5A-B7C3-B14F025B6837}" dt="2026-05-23T13:35:36.759" v="1750" actId="1076"/>
          <ac:spMkLst>
            <pc:docMk/>
            <pc:sldMk cId="2180808181" sldId="273"/>
            <ac:spMk id="3" creationId="{0984C452-8273-8D0D-693F-5CF2B50B621E}"/>
          </ac:spMkLst>
        </pc:spChg>
        <pc:picChg chg="add mod">
          <ac:chgData name="Da Costa Tatiana" userId="de31ec43-8ac4-46a1-93b2-7de0c3f8ea20" providerId="ADAL" clId="{05D61072-32C9-4C5A-B7C3-B14F025B6837}" dt="2026-05-23T13:28:10.192" v="1652" actId="1076"/>
          <ac:picMkLst>
            <pc:docMk/>
            <pc:sldMk cId="2180808181" sldId="273"/>
            <ac:picMk id="5" creationId="{C02F27EF-5652-AFD3-3FEC-32F03094B74B}"/>
          </ac:picMkLst>
        </pc:picChg>
      </pc:sldChg>
      <pc:sldChg chg="addSp delSp modSp new mod">
        <pc:chgData name="Da Costa Tatiana" userId="de31ec43-8ac4-46a1-93b2-7de0c3f8ea20" providerId="ADAL" clId="{05D61072-32C9-4C5A-B7C3-B14F025B6837}" dt="2026-05-23T13:47:32.545" v="1943" actId="20577"/>
        <pc:sldMkLst>
          <pc:docMk/>
          <pc:sldMk cId="1793054067" sldId="275"/>
        </pc:sldMkLst>
        <pc:spChg chg="mod">
          <ac:chgData name="Da Costa Tatiana" userId="de31ec43-8ac4-46a1-93b2-7de0c3f8ea20" providerId="ADAL" clId="{05D61072-32C9-4C5A-B7C3-B14F025B6837}" dt="2026-05-23T13:09:16.425" v="1037" actId="20577"/>
          <ac:spMkLst>
            <pc:docMk/>
            <pc:sldMk cId="1793054067" sldId="275"/>
            <ac:spMk id="2" creationId="{15341F36-1516-8CEF-5FDB-163BDEAE5719}"/>
          </ac:spMkLst>
        </pc:spChg>
        <pc:spChg chg="mod">
          <ac:chgData name="Da Costa Tatiana" userId="de31ec43-8ac4-46a1-93b2-7de0c3f8ea20" providerId="ADAL" clId="{05D61072-32C9-4C5A-B7C3-B14F025B6837}" dt="2026-05-23T13:43:35.589" v="1759" actId="1076"/>
          <ac:spMkLst>
            <pc:docMk/>
            <pc:sldMk cId="1793054067" sldId="275"/>
            <ac:spMk id="3" creationId="{7F6838B0-85FA-C6DC-5EEB-9D3E152D839E}"/>
          </ac:spMkLst>
        </pc:spChg>
        <pc:spChg chg="add mod">
          <ac:chgData name="Da Costa Tatiana" userId="de31ec43-8ac4-46a1-93b2-7de0c3f8ea20" providerId="ADAL" clId="{05D61072-32C9-4C5A-B7C3-B14F025B6837}" dt="2026-05-23T13:11:41.609" v="1223" actId="14100"/>
          <ac:spMkLst>
            <pc:docMk/>
            <pc:sldMk cId="1793054067" sldId="275"/>
            <ac:spMk id="4" creationId="{1D20FC15-783A-012B-B541-8A400FBF4A52}"/>
          </ac:spMkLst>
        </pc:spChg>
        <pc:spChg chg="add mod">
          <ac:chgData name="Da Costa Tatiana" userId="de31ec43-8ac4-46a1-93b2-7de0c3f8ea20" providerId="ADAL" clId="{05D61072-32C9-4C5A-B7C3-B14F025B6837}" dt="2026-05-23T13:47:05.143" v="1939" actId="1076"/>
          <ac:spMkLst>
            <pc:docMk/>
            <pc:sldMk cId="1793054067" sldId="275"/>
            <ac:spMk id="11" creationId="{9A9C4743-08B7-341E-E5AA-98F7706FE96F}"/>
          </ac:spMkLst>
        </pc:spChg>
        <pc:spChg chg="add mod">
          <ac:chgData name="Da Costa Tatiana" userId="de31ec43-8ac4-46a1-93b2-7de0c3f8ea20" providerId="ADAL" clId="{05D61072-32C9-4C5A-B7C3-B14F025B6837}" dt="2026-05-23T13:13:54.550" v="1250" actId="208"/>
          <ac:spMkLst>
            <pc:docMk/>
            <pc:sldMk cId="1793054067" sldId="275"/>
            <ac:spMk id="12" creationId="{47A641A4-A4CE-FB37-7738-580AE2C83EFE}"/>
          </ac:spMkLst>
        </pc:spChg>
        <pc:spChg chg="add mod">
          <ac:chgData name="Da Costa Tatiana" userId="de31ec43-8ac4-46a1-93b2-7de0c3f8ea20" providerId="ADAL" clId="{05D61072-32C9-4C5A-B7C3-B14F025B6837}" dt="2026-05-23T13:47:32.545" v="1943" actId="20577"/>
          <ac:spMkLst>
            <pc:docMk/>
            <pc:sldMk cId="1793054067" sldId="275"/>
            <ac:spMk id="17" creationId="{C3827241-5263-0FAA-8736-90E2FEFCD48A}"/>
          </ac:spMkLst>
        </pc:spChg>
        <pc:cxnChg chg="add mod">
          <ac:chgData name="Da Costa Tatiana" userId="de31ec43-8ac4-46a1-93b2-7de0c3f8ea20" providerId="ADAL" clId="{05D61072-32C9-4C5A-B7C3-B14F025B6837}" dt="2026-05-23T13:13:48.554" v="1248" actId="208"/>
          <ac:cxnSpMkLst>
            <pc:docMk/>
            <pc:sldMk cId="1793054067" sldId="275"/>
            <ac:cxnSpMk id="14" creationId="{02974AD8-C149-8664-3AED-326A4F23D547}"/>
          </ac:cxnSpMkLst>
        </pc:cxnChg>
      </pc:sldChg>
      <pc:sldChg chg="modSp mod">
        <pc:chgData name="Da Costa Tatiana" userId="de31ec43-8ac4-46a1-93b2-7de0c3f8ea20" providerId="ADAL" clId="{05D61072-32C9-4C5A-B7C3-B14F025B6837}" dt="2026-05-25T15:32:03.585" v="1947" actId="108"/>
        <pc:sldMkLst>
          <pc:docMk/>
          <pc:sldMk cId="2023890309" sldId="285"/>
        </pc:sldMkLst>
        <pc:spChg chg="mod">
          <ac:chgData name="Da Costa Tatiana" userId="de31ec43-8ac4-46a1-93b2-7de0c3f8ea20" providerId="ADAL" clId="{05D61072-32C9-4C5A-B7C3-B14F025B6837}" dt="2026-05-25T15:32:03.585" v="1947" actId="108"/>
          <ac:spMkLst>
            <pc:docMk/>
            <pc:sldMk cId="2023890309" sldId="285"/>
            <ac:spMk id="3" creationId="{B7F7AD73-5437-CC8B-4BE0-CD7F197131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CAE22-C10E-439F-9704-3DB795A0857F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569EC-532F-4046-8859-22247393D8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600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CH" sz="2400" err="1"/>
              <a:t>What</a:t>
            </a:r>
            <a:r>
              <a:rPr lang="fr-CH" sz="2400"/>
              <a:t> </a:t>
            </a:r>
            <a:r>
              <a:rPr lang="fr-CH" sz="2400" err="1"/>
              <a:t>is</a:t>
            </a:r>
            <a:r>
              <a:rPr lang="fr-CH" sz="2400"/>
              <a:t> </a:t>
            </a:r>
            <a:r>
              <a:rPr lang="fr-CH" sz="2400" err="1"/>
              <a:t>Openvino</a:t>
            </a:r>
            <a:r>
              <a:rPr lang="fr-CH" sz="2400"/>
              <a:t>? - Tatiana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Benchmark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ASR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SLM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Platform - Julio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 err="1"/>
              <a:t>Sof-IA</a:t>
            </a:r>
            <a:r>
              <a:rPr lang="fr-CH" sz="2400"/>
              <a:t> as POC - Tatiana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Technologies - Walter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Data management - Tatiana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UI - Walter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Conclusions about </a:t>
            </a:r>
            <a:r>
              <a:rPr lang="fr-CH" sz="2400" err="1"/>
              <a:t>Openvino</a:t>
            </a:r>
            <a:r>
              <a:rPr lang="fr-CH" sz="2400"/>
              <a:t> - Walter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330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Training teaches the model, while inference is the model using what it learned to give answers quickly.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88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Step 1 — Train your model</a:t>
            </a:r>
          </a:p>
          <a:p>
            <a:r>
              <a:rPr lang="en-US"/>
              <a:t>First, the AI model is created and trained using frameworks like </a:t>
            </a:r>
            <a:r>
              <a:rPr lang="en-US" err="1"/>
              <a:t>PyTorch</a:t>
            </a:r>
            <a:r>
              <a:rPr lang="en-US"/>
              <a:t> or TensorFlow. (</a:t>
            </a:r>
            <a:r>
              <a:rPr lang="en-US" err="1"/>
              <a:t>PyTorch</a:t>
            </a:r>
            <a:r>
              <a:rPr lang="en-US"/>
              <a:t> (Meta) and TensorFlow (Google) are popular frameworks used to build and train AI models.)</a:t>
            </a:r>
            <a:br>
              <a:rPr lang="en-US"/>
            </a:br>
            <a:r>
              <a:rPr lang="en-US"/>
              <a:t>At this stage, the model has already learned how to recognize patterns or make predictions.</a:t>
            </a:r>
          </a:p>
          <a:p>
            <a:endParaRPr lang="en-US"/>
          </a:p>
          <a:p>
            <a:r>
              <a:rPr lang="en-US" b="1"/>
              <a:t>Step 2 — Convert with </a:t>
            </a:r>
            <a:r>
              <a:rPr lang="en-US" b="1" err="1"/>
              <a:t>OpenVINO</a:t>
            </a:r>
            <a:endParaRPr lang="en-US" b="1"/>
          </a:p>
          <a:p>
            <a:r>
              <a:rPr lang="en-US"/>
              <a:t>Then, </a:t>
            </a:r>
            <a:r>
              <a:rPr lang="en-US" err="1"/>
              <a:t>OpenVINO</a:t>
            </a:r>
            <a:r>
              <a:rPr lang="en-US"/>
              <a:t> converts the trained model into an optimized format for fast inference called IR.</a:t>
            </a:r>
          </a:p>
          <a:p>
            <a:endParaRPr lang="en-US"/>
          </a:p>
          <a:p>
            <a:r>
              <a:rPr lang="en-US"/>
              <a:t>It mainly does 4 things: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Removes unnecessary operations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Combines layers to reduce computations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Optimizes memory and hardware usage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Converts the model into an efficient format for Intel devices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This step improves the model so it can run faster and more efficiently on Intel hardware.</a:t>
            </a:r>
          </a:p>
          <a:p>
            <a:endParaRPr lang="en-US"/>
          </a:p>
          <a:p>
            <a:r>
              <a:rPr lang="en-US" b="1"/>
              <a:t>Step 3 — Load the model</a:t>
            </a:r>
          </a:p>
          <a:p>
            <a:r>
              <a:rPr lang="en-US"/>
              <a:t>Next, the optimized model is loaded using the </a:t>
            </a:r>
            <a:r>
              <a:rPr lang="en-US" err="1"/>
              <a:t>OpenVINO</a:t>
            </a:r>
            <a:r>
              <a:rPr lang="en-US"/>
              <a:t> Runtime API. Loading is like putting the optimized model into memory and preparing the hardware so it is ready to make predictions.</a:t>
            </a:r>
          </a:p>
          <a:p>
            <a:endParaRPr lang="en-US"/>
          </a:p>
          <a:p>
            <a:r>
              <a:rPr lang="en-US"/>
              <a:t>During this step, </a:t>
            </a:r>
            <a:r>
              <a:rPr lang="en-US" err="1"/>
              <a:t>OpenVINO</a:t>
            </a:r>
            <a:r>
              <a:rPr lang="en-US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reads the model files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allocates memory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prepares the CPU/GPU/NPU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initializes the inference engine</a:t>
            </a:r>
          </a:p>
          <a:p>
            <a:br>
              <a:rPr lang="en-US"/>
            </a:br>
            <a:r>
              <a:rPr lang="en-US"/>
              <a:t>This allows applications to use the model for inference.</a:t>
            </a:r>
          </a:p>
          <a:p>
            <a:endParaRPr lang="en-US"/>
          </a:p>
          <a:p>
            <a:r>
              <a:rPr lang="en-US" b="1"/>
              <a:t>Step 4 — Run inference</a:t>
            </a:r>
          </a:p>
          <a:p>
            <a:r>
              <a:rPr lang="en-US"/>
              <a:t>Finally, the model runs on the target device such as a CPU, GPU, or NPU.</a:t>
            </a:r>
            <a:br>
              <a:rPr lang="en-US"/>
            </a:br>
            <a:r>
              <a:rPr lang="en-US"/>
              <a:t>The result is faster predictions with lower latency and better performance.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CPU	General computing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GPU	Parallel AI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NPU	Dedicated AI acceleration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FPGA	Custom hardware optimization</a:t>
            </a:r>
          </a:p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140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Benchmark – ASR : </a:t>
            </a:r>
            <a:br>
              <a:rPr lang="fr-CH"/>
            </a:br>
            <a:r>
              <a:rPr lang="en-US"/>
              <a:t> - Why Whisper? — multilingual (French clinical vocabulary), 99 languages, trained on 680K hours. Open-source, Vastly use and large community</a:t>
            </a:r>
          </a:p>
          <a:p>
            <a:r>
              <a:rPr lang="en-US"/>
              <a:t>- Why Medium? — the size tradeoff table (tiny → large-v3), Medium hits the sweet spot at ~769M params. –Y ADD RAM need??</a:t>
            </a:r>
          </a:p>
          <a:p>
            <a:r>
              <a:rPr lang="en-US"/>
              <a:t>  - Test conditions — Intel i7 11th gen, </a:t>
            </a:r>
            <a:r>
              <a:rPr lang="en-US" err="1"/>
              <a:t>LibriSpeech</a:t>
            </a:r>
            <a:r>
              <a:rPr lang="en-US"/>
              <a:t> sample, </a:t>
            </a:r>
          </a:p>
          <a:p>
            <a:r>
              <a:rPr lang="en-US"/>
              <a:t>- The two metrics that matter for use:</a:t>
            </a:r>
          </a:p>
          <a:p>
            <a:r>
              <a:rPr lang="en-US"/>
              <a:t>    - WER — accuracy. Both backends: 0% on this sample (identical transcripts). No quality loss from INT8.</a:t>
            </a:r>
          </a:p>
          <a:p>
            <a:r>
              <a:rPr lang="en-US"/>
              <a:t>    - RTF — viability. </a:t>
            </a:r>
            <a:r>
              <a:rPr lang="en-US" err="1"/>
              <a:t>PyTorch</a:t>
            </a:r>
            <a:r>
              <a:rPr lang="en-US"/>
              <a:t>: need to calculate from ~9,807 </a:t>
            </a:r>
            <a:r>
              <a:rPr lang="en-US" err="1"/>
              <a:t>ms</a:t>
            </a:r>
            <a:r>
              <a:rPr lang="en-US"/>
              <a:t> latency. </a:t>
            </a:r>
            <a:r>
              <a:rPr lang="en-US" err="1"/>
              <a:t>OpenVINO</a:t>
            </a:r>
            <a:r>
              <a:rPr lang="en-US"/>
              <a:t> INT8: ~6,023 </a:t>
            </a:r>
            <a:r>
              <a:rPr lang="en-US" err="1"/>
              <a:t>ms</a:t>
            </a:r>
            <a:r>
              <a:rPr lang="en-US"/>
              <a:t> → if audio clip is ~30 s, RTF ≈ 0.2 (way below 1.0 = real-time viable).</a:t>
            </a:r>
          </a:p>
          <a:p>
            <a:r>
              <a:rPr lang="en-US"/>
              <a:t>  - Result to land: 1.6× speedup, zero accuracy loss. </a:t>
            </a:r>
            <a:r>
              <a:rPr lang="en-US" err="1"/>
              <a:t>OpenVINO</a:t>
            </a:r>
            <a:r>
              <a:rPr lang="en-US"/>
              <a:t> INT8 is the right backend for ASR in this context..</a:t>
            </a:r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57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 - Why Phi-3 Mini? — 3.8B params, </a:t>
            </a:r>
            <a:r>
              <a:rPr lang="fr-CH" err="1"/>
              <a:t>fits</a:t>
            </a:r>
            <a:r>
              <a:rPr lang="fr-CH"/>
              <a:t> in 4 GB RAM </a:t>
            </a:r>
            <a:r>
              <a:rPr lang="fr-CH" err="1"/>
              <a:t>after</a:t>
            </a:r>
            <a:r>
              <a:rPr lang="fr-CH"/>
              <a:t> INT8. </a:t>
            </a:r>
            <a:r>
              <a:rPr lang="fr-CH" err="1"/>
              <a:t>Trained</a:t>
            </a:r>
            <a:r>
              <a:rPr lang="fr-CH"/>
              <a:t> on "</a:t>
            </a:r>
            <a:r>
              <a:rPr lang="fr-CH" err="1"/>
              <a:t>textbook-quality</a:t>
            </a:r>
            <a:r>
              <a:rPr lang="fr-CH"/>
              <a:t>" data → good </a:t>
            </a:r>
            <a:r>
              <a:rPr lang="fr-CH" err="1"/>
              <a:t>reasoning</a:t>
            </a:r>
            <a:r>
              <a:rPr lang="fr-CH"/>
              <a:t> </a:t>
            </a:r>
            <a:r>
              <a:rPr lang="fr-CH" err="1"/>
              <a:t>despite</a:t>
            </a:r>
            <a:r>
              <a:rPr lang="fr-CH"/>
              <a:t> </a:t>
            </a:r>
            <a:r>
              <a:rPr lang="fr-CH" err="1"/>
              <a:t>small</a:t>
            </a:r>
            <a:r>
              <a:rPr lang="fr-CH"/>
              <a:t> size.</a:t>
            </a:r>
          </a:p>
          <a:p>
            <a:r>
              <a:rPr lang="fr-CH"/>
              <a:t>  - The SLM vs LLM framing — </a:t>
            </a:r>
            <a:r>
              <a:rPr lang="fr-CH" err="1"/>
              <a:t>briefly</a:t>
            </a:r>
            <a:r>
              <a:rPr lang="fr-CH"/>
              <a:t> </a:t>
            </a:r>
            <a:r>
              <a:rPr lang="fr-CH" err="1"/>
              <a:t>explain</a:t>
            </a:r>
            <a:r>
              <a:rPr lang="fr-CH"/>
              <a:t> </a:t>
            </a:r>
            <a:r>
              <a:rPr lang="fr-CH" err="1"/>
              <a:t>why</a:t>
            </a:r>
            <a:r>
              <a:rPr lang="fr-CH"/>
              <a:t> </a:t>
            </a:r>
            <a:r>
              <a:rPr lang="fr-CH" err="1"/>
              <a:t>you</a:t>
            </a:r>
            <a:r>
              <a:rPr lang="fr-CH"/>
              <a:t> chose </a:t>
            </a:r>
            <a:r>
              <a:rPr lang="fr-CH" err="1"/>
              <a:t>small</a:t>
            </a:r>
            <a:r>
              <a:rPr lang="fr-CH"/>
              <a:t> (CPU-</a:t>
            </a:r>
            <a:r>
              <a:rPr lang="fr-CH" err="1"/>
              <a:t>only</a:t>
            </a:r>
            <a:r>
              <a:rPr lang="fr-CH"/>
              <a:t>, no NVIDIA on </a:t>
            </a:r>
            <a:r>
              <a:rPr lang="fr-CH" err="1"/>
              <a:t>ward</a:t>
            </a:r>
            <a:r>
              <a:rPr lang="fr-CH"/>
              <a:t> </a:t>
            </a:r>
            <a:r>
              <a:rPr lang="fr-CH" err="1"/>
              <a:t>PCs</a:t>
            </a:r>
            <a:r>
              <a:rPr lang="fr-CH"/>
              <a:t>, RAM budget).</a:t>
            </a:r>
          </a:p>
          <a:p>
            <a:r>
              <a:rPr lang="fr-CH"/>
              <a:t>  - Test conditions — </a:t>
            </a:r>
            <a:r>
              <a:rPr lang="fr-CH" err="1"/>
              <a:t>same</a:t>
            </a:r>
            <a:r>
              <a:rPr lang="fr-CH"/>
              <a:t> hardware, 256-token output, 5 </a:t>
            </a:r>
            <a:r>
              <a:rPr lang="fr-CH" err="1"/>
              <a:t>timed</a:t>
            </a:r>
            <a:r>
              <a:rPr lang="fr-CH"/>
              <a:t> runs.</a:t>
            </a:r>
          </a:p>
          <a:p>
            <a:r>
              <a:rPr lang="fr-CH"/>
              <a:t>  - Key </a:t>
            </a:r>
            <a:r>
              <a:rPr lang="fr-CH" err="1"/>
              <a:t>metrics</a:t>
            </a:r>
            <a:r>
              <a:rPr lang="fr-CH"/>
              <a:t>:</a:t>
            </a:r>
          </a:p>
          <a:p>
            <a:r>
              <a:rPr lang="fr-CH"/>
              <a:t>    - ms/</a:t>
            </a:r>
            <a:r>
              <a:rPr lang="fr-CH" err="1"/>
              <a:t>token</a:t>
            </a:r>
            <a:r>
              <a:rPr lang="fr-CH"/>
              <a:t> — </a:t>
            </a:r>
            <a:r>
              <a:rPr lang="fr-CH" err="1"/>
              <a:t>PyTorch</a:t>
            </a:r>
            <a:r>
              <a:rPr lang="fr-CH"/>
              <a:t>: ~363 ms/</a:t>
            </a:r>
            <a:r>
              <a:rPr lang="fr-CH" err="1"/>
              <a:t>token</a:t>
            </a:r>
            <a:r>
              <a:rPr lang="fr-CH"/>
              <a:t> (~6 min for 1000 </a:t>
            </a:r>
            <a:r>
              <a:rPr lang="fr-CH" err="1"/>
              <a:t>tokens</a:t>
            </a:r>
            <a:r>
              <a:rPr lang="fr-CH"/>
              <a:t>). </a:t>
            </a:r>
            <a:r>
              <a:rPr lang="fr-CH" err="1"/>
              <a:t>OpenVINO</a:t>
            </a:r>
            <a:r>
              <a:rPr lang="fr-CH"/>
              <a:t> INT8: ~111 ms/</a:t>
            </a:r>
            <a:r>
              <a:rPr lang="fr-CH" err="1"/>
              <a:t>token</a:t>
            </a:r>
            <a:r>
              <a:rPr lang="fr-CH"/>
              <a:t> → 3.3× </a:t>
            </a:r>
            <a:r>
              <a:rPr lang="fr-CH" err="1"/>
              <a:t>faster</a:t>
            </a:r>
            <a:r>
              <a:rPr lang="fr-CH"/>
              <a:t>.</a:t>
            </a:r>
          </a:p>
          <a:p>
            <a:r>
              <a:rPr lang="fr-CH"/>
              <a:t>    - Total </a:t>
            </a:r>
            <a:r>
              <a:rPr lang="fr-CH" err="1"/>
              <a:t>latency</a:t>
            </a:r>
            <a:r>
              <a:rPr lang="fr-CH"/>
              <a:t> for a </a:t>
            </a:r>
            <a:r>
              <a:rPr lang="fr-CH" err="1"/>
              <a:t>text</a:t>
            </a:r>
            <a:r>
              <a:rPr lang="fr-CH"/>
              <a:t> manipulation ~100–200 </a:t>
            </a:r>
            <a:r>
              <a:rPr lang="fr-CH" err="1"/>
              <a:t>tokens</a:t>
            </a:r>
            <a:r>
              <a:rPr lang="fr-CH"/>
              <a:t> → ~11–22 s on </a:t>
            </a:r>
            <a:r>
              <a:rPr lang="fr-CH" err="1"/>
              <a:t>OpenVINO</a:t>
            </a:r>
            <a:r>
              <a:rPr lang="fr-CH"/>
              <a:t>. Acceptable.</a:t>
            </a:r>
          </a:p>
          <a:p>
            <a:r>
              <a:rPr lang="fr-CH"/>
              <a:t>    - </a:t>
            </a:r>
            <a:r>
              <a:rPr lang="fr-CH" err="1"/>
              <a:t>Load</a:t>
            </a:r>
            <a:r>
              <a:rPr lang="fr-CH"/>
              <a:t> memory — </a:t>
            </a:r>
            <a:r>
              <a:rPr lang="fr-CH" err="1"/>
              <a:t>OpenVINO</a:t>
            </a:r>
            <a:r>
              <a:rPr lang="fr-CH"/>
              <a:t> </a:t>
            </a:r>
            <a:r>
              <a:rPr lang="fr-CH" err="1"/>
              <a:t>pre-allocates</a:t>
            </a:r>
            <a:r>
              <a:rPr lang="fr-CH"/>
              <a:t> at </a:t>
            </a:r>
            <a:r>
              <a:rPr lang="fr-CH" err="1"/>
              <a:t>load</a:t>
            </a:r>
            <a:r>
              <a:rPr lang="fr-CH"/>
              <a:t> (~4.3 GB); </a:t>
            </a:r>
            <a:r>
              <a:rPr lang="fr-CH" err="1"/>
              <a:t>inference</a:t>
            </a:r>
            <a:r>
              <a:rPr lang="fr-CH"/>
              <a:t> memory delta ≈ 0 MB (no surprise spikes).</a:t>
            </a:r>
          </a:p>
          <a:p>
            <a:endParaRPr lang="fr-CH"/>
          </a:p>
          <a:p>
            <a:r>
              <a:rPr lang="fr-CH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866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- </a:t>
            </a:r>
            <a:r>
              <a:rPr lang="fr-CH" err="1"/>
              <a:t>Apertus</a:t>
            </a:r>
            <a:r>
              <a:rPr lang="fr-CH"/>
              <a:t> 8B as the stretch </a:t>
            </a:r>
            <a:r>
              <a:rPr lang="fr-CH" err="1"/>
              <a:t>experiment</a:t>
            </a:r>
            <a:r>
              <a:rPr lang="fr-CH"/>
              <a:t> — </a:t>
            </a:r>
            <a:r>
              <a:rPr lang="fr-CH" err="1"/>
              <a:t>you</a:t>
            </a:r>
            <a:r>
              <a:rPr lang="fr-CH"/>
              <a:t> </a:t>
            </a:r>
            <a:r>
              <a:rPr lang="fr-CH" err="1"/>
              <a:t>benchmarked</a:t>
            </a:r>
            <a:r>
              <a:rPr lang="fr-CH"/>
              <a:t> a </a:t>
            </a:r>
            <a:r>
              <a:rPr lang="fr-CH" err="1"/>
              <a:t>larger</a:t>
            </a:r>
            <a:r>
              <a:rPr lang="fr-CH"/>
              <a:t> 8B model (5.4× </a:t>
            </a:r>
            <a:r>
              <a:rPr lang="fr-CH" err="1"/>
              <a:t>speedup</a:t>
            </a:r>
            <a:r>
              <a:rPr lang="fr-CH"/>
              <a:t>, INT4). Shows the pipeline </a:t>
            </a:r>
            <a:r>
              <a:rPr lang="fr-CH" err="1"/>
              <a:t>scales</a:t>
            </a:r>
            <a:r>
              <a:rPr lang="fr-CH"/>
              <a:t>. </a:t>
            </a:r>
            <a:r>
              <a:rPr lang="fr-CH" err="1"/>
              <a:t>Your</a:t>
            </a:r>
            <a:r>
              <a:rPr lang="fr-CH"/>
              <a:t> </a:t>
            </a:r>
            <a:r>
              <a:rPr lang="fr-CH" err="1"/>
              <a:t>colleague</a:t>
            </a:r>
            <a:r>
              <a:rPr lang="fr-CH"/>
              <a:t> can </a:t>
            </a:r>
            <a:r>
              <a:rPr lang="fr-CH" err="1"/>
              <a:t>pick</a:t>
            </a:r>
            <a:r>
              <a:rPr lang="fr-CH"/>
              <a:t> </a:t>
            </a:r>
            <a:r>
              <a:rPr lang="fr-CH" err="1"/>
              <a:t>this</a:t>
            </a:r>
            <a:r>
              <a:rPr lang="fr-CH"/>
              <a:t> up in the </a:t>
            </a:r>
            <a:r>
              <a:rPr lang="fr-CH" err="1"/>
              <a:t>OpenVINO</a:t>
            </a:r>
            <a:r>
              <a:rPr lang="fr-CH"/>
              <a:t> POC slide </a:t>
            </a:r>
            <a:r>
              <a:rPr lang="fr-CH" err="1"/>
              <a:t>since</a:t>
            </a:r>
            <a:r>
              <a:rPr lang="fr-CH"/>
              <a:t> the export</a:t>
            </a:r>
          </a:p>
          <a:p>
            <a:r>
              <a:rPr lang="fr-CH"/>
              <a:t>   </a:t>
            </a:r>
            <a:r>
              <a:rPr lang="fr-CH" err="1"/>
              <a:t>was</a:t>
            </a:r>
            <a:r>
              <a:rPr lang="fr-CH"/>
              <a:t> the </a:t>
            </a:r>
            <a:r>
              <a:rPr lang="fr-CH" err="1"/>
              <a:t>novel</a:t>
            </a:r>
            <a:r>
              <a:rPr lang="fr-CH"/>
              <a:t> engineering challenge.</a:t>
            </a:r>
          </a:p>
          <a:p>
            <a:r>
              <a:rPr lang="fr-CH"/>
              <a:t>  - Result to land: 3.3× </a:t>
            </a:r>
            <a:r>
              <a:rPr lang="fr-CH" err="1"/>
              <a:t>speedup</a:t>
            </a:r>
            <a:r>
              <a:rPr lang="fr-CH"/>
              <a:t> </a:t>
            </a:r>
            <a:r>
              <a:rPr lang="fr-CH" err="1"/>
              <a:t>makes</a:t>
            </a:r>
            <a:r>
              <a:rPr lang="fr-CH"/>
              <a:t> real-time note </a:t>
            </a:r>
            <a:r>
              <a:rPr lang="fr-CH" err="1"/>
              <a:t>generation</a:t>
            </a:r>
            <a:r>
              <a:rPr lang="fr-CH"/>
              <a:t> viable. INT8 </a:t>
            </a:r>
            <a:r>
              <a:rPr lang="fr-CH" err="1"/>
              <a:t>quantization</a:t>
            </a:r>
            <a:r>
              <a:rPr lang="fr-CH"/>
              <a:t> = no observable </a:t>
            </a:r>
            <a:r>
              <a:rPr lang="fr-CH" err="1"/>
              <a:t>quality</a:t>
            </a:r>
            <a:r>
              <a:rPr lang="fr-CH"/>
              <a:t> </a:t>
            </a:r>
            <a:r>
              <a:rPr lang="fr-CH" err="1"/>
              <a:t>difference</a:t>
            </a:r>
            <a:r>
              <a:rPr lang="fr-CH"/>
              <a:t> on </a:t>
            </a:r>
            <a:r>
              <a:rPr lang="fr-CH" err="1"/>
              <a:t>clinical</a:t>
            </a:r>
            <a:r>
              <a:rPr lang="fr-CH"/>
              <a:t> prompts.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306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Benchmark – Platform (LIVE DEMO)</a:t>
            </a:r>
            <a:br>
              <a:rPr lang="fr-CH"/>
            </a:br>
            <a:r>
              <a:rPr lang="en-US"/>
              <a:t> Hardware target — Intel i7 11th gen CPU only. No GPU. </a:t>
            </a:r>
          </a:p>
          <a:p>
            <a:r>
              <a:rPr lang="en-US"/>
              <a:t> - The benchmarking framework you built — </a:t>
            </a:r>
            <a:r>
              <a:rPr lang="en-US" err="1"/>
              <a:t>FastAPI</a:t>
            </a:r>
            <a:r>
              <a:rPr lang="en-US"/>
              <a:t> backend with a web dashboard (BENCHMARK_HOWTO.md), not just CLI scripts. Show this is reproducible, not one-off numbers.</a:t>
            </a:r>
          </a:p>
          <a:p>
            <a:r>
              <a:rPr lang="en-US"/>
              <a:t>- Two backends compared — </a:t>
            </a:r>
            <a:r>
              <a:rPr lang="en-US" err="1"/>
              <a:t>PyTorch</a:t>
            </a:r>
            <a:r>
              <a:rPr lang="en-US"/>
              <a:t> CPU baseline vs </a:t>
            </a:r>
            <a:r>
              <a:rPr lang="en-US" err="1"/>
              <a:t>OpenVINO</a:t>
            </a:r>
            <a:r>
              <a:rPr lang="en-US"/>
              <a:t> INT8. Clean A/B design.</a:t>
            </a:r>
          </a:p>
          <a:p>
            <a:r>
              <a:rPr lang="en-US"/>
              <a:t>  - Why p95 matters — clinical tools can't be "fast on average"; the tail latency is what nurses experience on a bad run.</a:t>
            </a:r>
          </a:p>
          <a:p>
            <a:r>
              <a:rPr lang="en-US"/>
              <a:t>  - Warm-up runs — 2 warm-up + 5 timed. Explain why (JIT compilation, memory paging on first run skew results).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04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Nurse speaks</a:t>
            </a:r>
          </a:p>
          <a:p>
            <a:r>
              <a:rPr lang="en-US"/>
              <a:t>      ↓</a:t>
            </a:r>
          </a:p>
          <a:p>
            <a:r>
              <a:rPr lang="en-US"/>
              <a:t>Speech transcription</a:t>
            </a:r>
          </a:p>
          <a:p>
            <a:r>
              <a:rPr lang="en-US"/>
              <a:t>      ↓</a:t>
            </a:r>
          </a:p>
          <a:p>
            <a:r>
              <a:rPr lang="en-US"/>
              <a:t>AI structuring</a:t>
            </a:r>
          </a:p>
          <a:p>
            <a:r>
              <a:rPr lang="en-US"/>
              <a:t>      ↓</a:t>
            </a:r>
          </a:p>
          <a:p>
            <a:r>
              <a:rPr lang="en-US"/>
              <a:t>Clinical cards generated automatically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Why it is a POC</a:t>
            </a:r>
          </a:p>
          <a:p>
            <a:r>
              <a:rPr lang="en-US"/>
              <a:t>Sof-IA demonstrates a real healthcare use case where: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low latency matters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privacy is critical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AI must run locally on hospital hardware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903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264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0AB1-FDAF-6C39-2C25-D4C5CA99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FFD9FF-69C5-A7D4-2207-3BD063390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D7232F-B880-AF85-8FD4-43058893B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CH" sz="2400" err="1"/>
              <a:t>What</a:t>
            </a:r>
            <a:r>
              <a:rPr lang="fr-CH" sz="2400"/>
              <a:t> </a:t>
            </a:r>
            <a:r>
              <a:rPr lang="fr-CH" sz="2400" err="1"/>
              <a:t>is</a:t>
            </a:r>
            <a:r>
              <a:rPr lang="fr-CH" sz="2400"/>
              <a:t> </a:t>
            </a:r>
            <a:r>
              <a:rPr lang="fr-CH" sz="2400" err="1"/>
              <a:t>Openvino</a:t>
            </a:r>
            <a:r>
              <a:rPr lang="fr-CH" sz="2400"/>
              <a:t>? - Tatiana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Benchmark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ASR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SLM - Julio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Platform - Julio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 err="1"/>
              <a:t>Sof-IA</a:t>
            </a:r>
            <a:r>
              <a:rPr lang="fr-CH" sz="2400"/>
              <a:t> as POC - Tatiana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Technologies - Walter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Data management - Tatiana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UI - Walter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Conclusions about </a:t>
            </a:r>
            <a:r>
              <a:rPr lang="fr-CH" sz="2400" err="1"/>
              <a:t>Openvino</a:t>
            </a:r>
            <a:r>
              <a:rPr lang="fr-CH" sz="2400"/>
              <a:t> - Walter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A09769-130B-6244-1EBE-D15C444E3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355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/>
              <a:t>Dexie.js + </a:t>
            </a:r>
            <a:r>
              <a:rPr lang="fr-FR" b="1" err="1"/>
              <a:t>IndexedDB</a:t>
            </a:r>
            <a:r>
              <a:rPr lang="fr-FR" b="1"/>
              <a:t> (Web)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IndexedDB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a </a:t>
            </a:r>
            <a:r>
              <a:rPr lang="fr-FR" err="1"/>
              <a:t>database</a:t>
            </a:r>
            <a:r>
              <a:rPr lang="fr-FR"/>
              <a:t> </a:t>
            </a:r>
            <a:r>
              <a:rPr lang="fr-FR" err="1"/>
              <a:t>built</a:t>
            </a:r>
            <a:r>
              <a:rPr lang="fr-FR"/>
              <a:t> </a:t>
            </a:r>
            <a:r>
              <a:rPr lang="fr-FR" err="1"/>
              <a:t>into</a:t>
            </a:r>
            <a:r>
              <a:rPr lang="fr-FR"/>
              <a:t> modern browsers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Stores large </a:t>
            </a:r>
            <a:r>
              <a:rPr lang="fr-FR" err="1"/>
              <a:t>amounts</a:t>
            </a:r>
            <a:r>
              <a:rPr lang="fr-FR"/>
              <a:t> of </a:t>
            </a:r>
            <a:r>
              <a:rPr lang="fr-FR" err="1"/>
              <a:t>structured</a:t>
            </a:r>
            <a:r>
              <a:rPr lang="fr-FR"/>
              <a:t> data </a:t>
            </a:r>
            <a:r>
              <a:rPr lang="fr-FR" err="1"/>
              <a:t>locally</a:t>
            </a:r>
            <a:endParaRPr lang="fr-FR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Works </a:t>
            </a:r>
            <a:r>
              <a:rPr lang="fr-FR" err="1"/>
              <a:t>asynchronously</a:t>
            </a:r>
            <a:r>
              <a:rPr lang="fr-FR"/>
              <a:t> (non-blocking)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Used</a:t>
            </a:r>
            <a:r>
              <a:rPr lang="fr-FR"/>
              <a:t> to store: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sessions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patients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transcriptions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clinical</a:t>
            </a:r>
            <a:r>
              <a:rPr lang="fr-FR"/>
              <a:t> 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Dexie.js simplifies </a:t>
            </a:r>
            <a:r>
              <a:rPr lang="fr-FR" err="1"/>
              <a:t>IndexedDB</a:t>
            </a:r>
            <a:r>
              <a:rPr lang="fr-FR"/>
              <a:t>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Provides</a:t>
            </a:r>
            <a:r>
              <a:rPr lang="fr-FR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cleaner</a:t>
            </a:r>
            <a:r>
              <a:rPr lang="fr-FR"/>
              <a:t> </a:t>
            </a:r>
            <a:r>
              <a:rPr lang="fr-FR" err="1"/>
              <a:t>queries</a:t>
            </a:r>
            <a:endParaRPr lang="fr-FR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schema</a:t>
            </a:r>
            <a:r>
              <a:rPr lang="fr-FR"/>
              <a:t> versioning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automatic</a:t>
            </a:r>
            <a:r>
              <a:rPr lang="fr-FR"/>
              <a:t> migrations</a:t>
            </a:r>
          </a:p>
          <a:p>
            <a:br>
              <a:rPr lang="fr-FR"/>
            </a:br>
            <a:endParaRPr lang="fr-FR"/>
          </a:p>
          <a:p>
            <a:r>
              <a:rPr lang="fr-FR" b="1"/>
              <a:t>Expo-SQLite (Mobile)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SQLite </a:t>
            </a:r>
            <a:r>
              <a:rPr lang="fr-FR" err="1"/>
              <a:t>is</a:t>
            </a:r>
            <a:r>
              <a:rPr lang="fr-FR"/>
              <a:t> a </a:t>
            </a:r>
            <a:r>
              <a:rPr lang="fr-FR" err="1"/>
              <a:t>lightweight</a:t>
            </a:r>
            <a:r>
              <a:rPr lang="fr-FR"/>
              <a:t> </a:t>
            </a:r>
            <a:r>
              <a:rPr lang="fr-FR" err="1"/>
              <a:t>relational</a:t>
            </a:r>
            <a:r>
              <a:rPr lang="fr-FR"/>
              <a:t> </a:t>
            </a:r>
            <a:r>
              <a:rPr lang="fr-FR" err="1"/>
              <a:t>database</a:t>
            </a:r>
            <a:endParaRPr lang="fr-FR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Database</a:t>
            </a:r>
            <a:r>
              <a:rPr lang="fr-FR"/>
              <a:t> </a:t>
            </a:r>
            <a:r>
              <a:rPr lang="fr-FR" err="1"/>
              <a:t>stored</a:t>
            </a:r>
            <a:r>
              <a:rPr lang="fr-FR"/>
              <a:t> </a:t>
            </a:r>
            <a:r>
              <a:rPr lang="fr-FR" err="1"/>
              <a:t>locally</a:t>
            </a:r>
            <a:r>
              <a:rPr lang="fr-FR"/>
              <a:t> as a </a:t>
            </a:r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fr-F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r>
              <a:rPr lang="fr-FR"/>
              <a:t> file on the </a:t>
            </a:r>
            <a:r>
              <a:rPr lang="fr-FR" err="1"/>
              <a:t>device</a:t>
            </a:r>
            <a:endParaRPr lang="fr-FR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Commonly</a:t>
            </a:r>
            <a:r>
              <a:rPr lang="fr-FR"/>
              <a:t> </a:t>
            </a:r>
            <a:r>
              <a:rPr lang="fr-FR" err="1"/>
              <a:t>used</a:t>
            </a:r>
            <a:r>
              <a:rPr lang="fr-FR"/>
              <a:t> in Android and iOS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Expo-SQLite </a:t>
            </a:r>
            <a:r>
              <a:rPr lang="fr-FR" err="1"/>
              <a:t>allows</a:t>
            </a:r>
            <a:r>
              <a:rPr lang="fr-FR"/>
              <a:t> </a:t>
            </a:r>
            <a:r>
              <a:rPr lang="fr-FR" err="1"/>
              <a:t>React</a:t>
            </a:r>
            <a:r>
              <a:rPr lang="fr-FR"/>
              <a:t> Native apps to </a:t>
            </a:r>
            <a:r>
              <a:rPr lang="fr-FR" err="1"/>
              <a:t>access</a:t>
            </a:r>
            <a:r>
              <a:rPr lang="fr-FR"/>
              <a:t> SQLite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WAL mode </a:t>
            </a:r>
            <a:r>
              <a:rPr lang="fr-FR" err="1"/>
              <a:t>enabled</a:t>
            </a:r>
            <a:r>
              <a:rPr lang="fr-FR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improves</a:t>
            </a:r>
            <a:r>
              <a:rPr lang="fr-FR"/>
              <a:t> performance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err="1"/>
              <a:t>reduces</a:t>
            </a:r>
            <a:r>
              <a:rPr lang="fr-FR"/>
              <a:t> corruption </a:t>
            </a:r>
            <a:r>
              <a:rPr lang="fr-FR" err="1"/>
              <a:t>risks</a:t>
            </a:r>
            <a:endParaRPr lang="fr-FR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Safe SQL migrations </a:t>
            </a:r>
            <a:r>
              <a:rPr lang="fr-FR" err="1"/>
              <a:t>with</a:t>
            </a:r>
            <a:r>
              <a:rPr lang="fr-FR"/>
              <a:t> </a:t>
            </a:r>
            <a:r>
              <a:rPr lang="fr-FR" err="1"/>
              <a:t>automatic</a:t>
            </a:r>
            <a:r>
              <a:rPr lang="fr-FR"/>
              <a:t> rollback on </a:t>
            </a:r>
            <a:r>
              <a:rPr lang="fr-FR" err="1"/>
              <a:t>failure</a:t>
            </a:r>
            <a:endParaRPr lang="fr-FR"/>
          </a:p>
          <a:p>
            <a:br>
              <a:rPr lang="fr-FR"/>
            </a:br>
            <a:endParaRPr lang="fr-FR"/>
          </a:p>
          <a:p>
            <a:r>
              <a:rPr lang="fr-FR" b="1" err="1"/>
              <a:t>AsyncStorage</a:t>
            </a:r>
            <a:endParaRPr lang="fr-FR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Simple key-value </a:t>
            </a:r>
            <a:r>
              <a:rPr lang="fr-FR" err="1"/>
              <a:t>storage</a:t>
            </a:r>
            <a:r>
              <a:rPr lang="fr-FR"/>
              <a:t>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Equivalent of </a:t>
            </a:r>
            <a:r>
              <a:rPr lang="fr-FR" err="1"/>
              <a:t>localStorage</a:t>
            </a:r>
            <a:r>
              <a:rPr lang="fr-FR"/>
              <a:t> for mobile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err="1"/>
              <a:t>Used</a:t>
            </a:r>
            <a:r>
              <a:rPr lang="fr-FR"/>
              <a:t> </a:t>
            </a:r>
            <a:r>
              <a:rPr lang="fr-FR" err="1"/>
              <a:t>only</a:t>
            </a:r>
            <a:r>
              <a:rPr lang="fr-FR"/>
              <a:t> for </a:t>
            </a:r>
            <a:r>
              <a:rPr lang="fr-FR" err="1"/>
              <a:t>lightweight</a:t>
            </a:r>
            <a:r>
              <a:rPr lang="fr-FR"/>
              <a:t> </a:t>
            </a:r>
            <a:r>
              <a:rPr lang="fr-FR" err="1"/>
              <a:t>preferences</a:t>
            </a:r>
            <a:r>
              <a:rPr lang="fr-FR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nurse </a:t>
            </a:r>
            <a:r>
              <a:rPr lang="fr-FR" err="1"/>
              <a:t>name</a:t>
            </a:r>
            <a:endParaRPr lang="fr-FR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audio settings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/>
              <a:t>session </a:t>
            </a:r>
            <a:r>
              <a:rPr lang="fr-FR" err="1"/>
              <a:t>recovery</a:t>
            </a:r>
            <a:endParaRPr lang="fr-FR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No </a:t>
            </a:r>
            <a:r>
              <a:rPr lang="fr-FR" err="1"/>
              <a:t>clinical</a:t>
            </a:r>
            <a:r>
              <a:rPr lang="fr-FR"/>
              <a:t> or sensitive data </a:t>
            </a:r>
            <a:r>
              <a:rPr lang="fr-FR" err="1"/>
              <a:t>stored</a:t>
            </a:r>
            <a:r>
              <a:rPr lang="fr-FR"/>
              <a:t> </a:t>
            </a:r>
            <a:r>
              <a:rPr lang="fr-FR" err="1"/>
              <a:t>there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70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EF40-9C6F-C576-DC48-7E574763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4346AB-11C3-A259-D924-7E85842A0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C1B2D18-E786-B69C-5A8B-F8A9BBF11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Training teaches the model, while inference is the model using what it learned to give answers quickly.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078204-4A85-2157-D46C-3BA2EC3EB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977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FD88-6E40-8B91-D85F-5B00F7AF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C1A5AC-7895-3D65-B54D-F32822337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BBD3907-7AD9-121F-BC1C-0D97098A2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Training teaches the model, while inference is the model using what it learned to give answers quickly.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6E8AC6-C430-D678-632B-0C7C51969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69EC-532F-4046-8859-22247393D85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486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4DD3D5-F2B9-2EBC-3BF1-8A521CBB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D443F6-81A9-9F6D-3757-E7ABAFB32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F4522-89BE-2436-EDD4-B01B9EF4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FAE924-F9AA-7BDF-B8AE-04992295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1BCDAC-4F34-9129-250E-CEFD67AB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525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5C9F7-8526-3DF0-0E3B-AF0CFBBD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760C1B-DD13-AC96-7388-2053FED49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A75782-94D0-44F4-B2C0-282F94B3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DFA6D1-441C-BEBA-1215-8E0D48171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97BFE5-35BB-D4A4-580A-1C289045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12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A79CC-647C-1CCC-2412-287347D4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16E372-EFC4-04DD-6FA4-4242A6E79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A0B1C9-6C34-2723-CBCC-74324A4CD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899D43-23FB-4053-138F-DE9C9DB0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C16C5B-DD9C-56F5-7230-92C53B8D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2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7F5A5A-6006-E9E4-EC3C-F7CE65CE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C1C3E-293E-CC70-E0DA-A408B46CE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FBE1AE-0E42-CF4D-9143-E76F3AD0D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86824A-DDE5-0E58-77EA-BC48E452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CD9DB2-5F01-1B16-E8BF-59C0DCE4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88A731-291D-D012-D7AA-2559AB7E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1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03D0EA-475B-9969-9F2A-B568D20B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C776EC-E772-6006-B2F0-378FA8F70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4D5334-7F47-50AD-6361-79917C421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518B7C-E5C0-B59D-F249-24A00AE96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D5EEDC-61AF-8C00-001A-AF4F0EBE8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2FB673C-6217-A5FA-F104-012D9B0D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F588B76-4853-AB4D-C971-2D4B6B3E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65B133-24B7-FC6C-C323-07A5F32E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11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EBD499-E4D5-4BDC-37C3-D214C545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A2B86C-57EF-412C-BC5A-EA8ED11C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986C11-ADA6-B540-08E7-C274B321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B992B0-17A5-E30E-1D1F-64D40D70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28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EF8AC8F-3D03-6305-B954-216E61D1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F6093D5-4800-2F40-EFA5-C0C8CC4A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DE8B93-78C0-BD4F-C5F0-483BC66A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62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AAFD8-C4CE-CCB0-BBE0-5125FC77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BF52DB-910F-7CF2-EB0B-B6972B37E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5888AB-52AE-4BD3-52B5-A41CC9D3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070E8B-6B6A-BD89-3095-E5717D7E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8F591B-C676-7CBF-CA6A-7BFF8089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B35F94-96FA-53A5-54F5-F1B08EB0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48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57D71-21B2-056E-7E2D-91168E12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B02E708-6C47-1450-7B7D-C2F29FAC8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C27755-642C-B7CC-5DCB-38A7BD80F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A62B2C-E74F-2031-9D20-1CDFFA01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A5E695-C9D5-1418-9D70-758A24EB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988927-CBD4-8375-DEC3-B70B7BA9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29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D40244-55AB-5648-03A0-0CEE0B35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49DA00-1BD8-0CDA-8011-806F2C27E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914587-FB64-D79A-B30C-E5A43EFC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8F4C6C-0ABD-0382-CB37-2E76F80C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1561BC-21FD-D3CC-EBC8-8B7EE8BF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0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E17039-4E6E-92E3-71FA-03B398C20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85303C-7C75-DA93-F7E4-DAACA2A65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9B6199-2AB2-4DBB-856C-9666C896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47F15E-CB0F-295E-FD27-F15B257B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34198C-E8CE-CC0B-F4FB-53D16B73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65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FB3FFF-18FF-02AB-CCEB-CF4224EB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E45631-93BA-5088-A4F7-06845C474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AFB4FC-72BF-3666-2A12-985F7ACF1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84A38-FDAA-4289-A279-747B30E1AE27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D9AAA1-231D-E358-72F8-38FA8A338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F9DF1F-EA41-E0A7-E9E1-88C293E39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A71F5-C0D3-44B0-A8F6-64CEE1BAA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03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A2037A-D4B5-7199-90A0-16FE6A71C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fr-CH" sz="11500"/>
              <a:t>Openvino</a:t>
            </a:r>
            <a:endParaRPr lang="fr-FR" sz="1150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5C5AFF-4F2A-0EDC-B105-8211E583B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fr-CH" sz="2200"/>
              <a:t>Da Costa Tatiana, Cortés Julio, Fernandes Walter</a:t>
            </a:r>
          </a:p>
          <a:p>
            <a:pPr algn="l"/>
            <a:r>
              <a:rPr lang="fr-CH" sz="2200"/>
              <a:t>63-51 Emerging Technologies</a:t>
            </a:r>
          </a:p>
          <a:p>
            <a:pPr algn="l"/>
            <a:r>
              <a:rPr lang="fr-CH" sz="2200"/>
              <a:t>Part time – Spring 2026</a:t>
            </a:r>
            <a:endParaRPr lang="fr-FR" sz="2200"/>
          </a:p>
        </p:txBody>
      </p:sp>
    </p:spTree>
    <p:extLst>
      <p:ext uri="{BB962C8B-B14F-4D97-AF65-F5344CB8AC3E}">
        <p14:creationId xmlns:p14="http://schemas.microsoft.com/office/powerpoint/2010/main" val="175584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FE14E7F-A50F-30A8-E67C-D80FF9D3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Plan</a:t>
            </a:r>
            <a:endParaRPr lang="fr-FR" sz="4800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C49B09F9-D7DE-2B82-BF30-7653B4837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sz="2400" err="1"/>
              <a:t>What</a:t>
            </a:r>
            <a:r>
              <a:rPr lang="fr-CH" sz="2400"/>
              <a:t> </a:t>
            </a:r>
            <a:r>
              <a:rPr lang="fr-CH" sz="2400" err="1"/>
              <a:t>is</a:t>
            </a:r>
            <a:r>
              <a:rPr lang="fr-CH" sz="2400"/>
              <a:t> </a:t>
            </a:r>
            <a:r>
              <a:rPr lang="fr-CH" sz="2400" err="1"/>
              <a:t>Openvino</a:t>
            </a:r>
            <a:r>
              <a:rPr lang="fr-CH" sz="240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Benchmark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ASR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SLM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Platform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 err="1"/>
              <a:t>Sof-IA</a:t>
            </a:r>
            <a:r>
              <a:rPr lang="fr-CH" sz="2400"/>
              <a:t> as POC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Technologies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Data management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H" sz="2000"/>
              <a:t>UI</a:t>
            </a:r>
          </a:p>
          <a:p>
            <a:pPr marL="514350" indent="-514350">
              <a:buFont typeface="+mj-lt"/>
              <a:buAutoNum type="arabicPeriod"/>
            </a:pPr>
            <a:r>
              <a:rPr lang="fr-CH" sz="2400"/>
              <a:t>Conclusions about </a:t>
            </a:r>
            <a:r>
              <a:rPr lang="fr-CH" sz="2400" err="1"/>
              <a:t>Openvino</a:t>
            </a:r>
            <a:endParaRPr lang="fr-CH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4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EE3B1D-668F-706E-4A4A-301F3D3B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What is Openvino?</a:t>
            </a:r>
            <a:endParaRPr lang="fr-FR" sz="48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080C6E-99A9-FAE1-0C62-C40CD906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Open-source AI inference toolkit by Intel</a:t>
            </a:r>
          </a:p>
          <a:p>
            <a:pPr lvl="1"/>
            <a:r>
              <a:rPr lang="en-US"/>
              <a:t>Inference is the phase where a trained AI model is used to make predictions on new data.</a:t>
            </a:r>
          </a:p>
          <a:p>
            <a:r>
              <a:rPr lang="en-US" sz="2400"/>
              <a:t>Optimizes and deploys trained AI models</a:t>
            </a:r>
          </a:p>
          <a:p>
            <a:r>
              <a:rPr lang="en-US" sz="2400"/>
              <a:t>Runs efficiently on Intel hardware</a:t>
            </a:r>
          </a:p>
          <a:p>
            <a:r>
              <a:rPr lang="en-US" sz="2400"/>
              <a:t>Benefits: faster AI inference, lower latency, better hardware efficiency</a:t>
            </a:r>
          </a:p>
          <a:p>
            <a:r>
              <a:rPr lang="en-US" sz="2400"/>
              <a:t>Use cases: computer vision, speech recognition, etc.</a:t>
            </a:r>
          </a:p>
          <a:p>
            <a:endParaRPr lang="fr-FR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41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34896C-8F2E-DB3D-BBB1-1E182D7F3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4853280"/>
            <a:ext cx="9471956" cy="1137111"/>
          </a:xfrm>
        </p:spPr>
        <p:txBody>
          <a:bodyPr>
            <a:normAutofit/>
          </a:bodyPr>
          <a:lstStyle/>
          <a:p>
            <a:r>
              <a:rPr lang="fr-CH" sz="5400" err="1"/>
              <a:t>Openvino</a:t>
            </a:r>
            <a:r>
              <a:rPr lang="fr-CH" sz="5400"/>
              <a:t> Workflow</a:t>
            </a:r>
            <a:endParaRPr lang="fr-FR" sz="540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53EA6-0D10-3B77-038F-00E13EC89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1173707"/>
            <a:ext cx="9569196" cy="303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4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00A0-7B69-6C4C-51B6-DDB4CBCE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benchmarked</a:t>
            </a:r>
          </a:p>
        </p:txBody>
      </p:sp>
      <p:sp>
        <p:nvSpPr>
          <p:cNvPr id="10" name="CardBg0"/>
          <p:cNvSpPr>
            <a:spLocks noGrp="1"/>
          </p:cNvSpPr>
          <p:nvPr/>
        </p:nvSpPr>
        <p:spPr>
          <a:xfrm>
            <a:off x="381000" y="1841500"/>
            <a:ext cx="5537200" cy="215900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Bar0"/>
          <p:cNvSpPr>
            <a:spLocks noGrp="1"/>
          </p:cNvSpPr>
          <p:nvPr/>
        </p:nvSpPr>
        <p:spPr>
          <a:xfrm>
            <a:off x="381000" y="1841500"/>
            <a:ext cx="101600" cy="2159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Num0"/>
          <p:cNvSpPr>
            <a:spLocks noGrp="1"/>
          </p:cNvSpPr>
          <p:nvPr/>
        </p:nvSpPr>
        <p:spPr>
          <a:xfrm>
            <a:off x="5359400" y="1968500"/>
            <a:ext cx="431800" cy="279400"/>
          </a:xfrm>
          <a:prstGeom prst="roundRect">
            <a:avLst>
              <a:gd name="adj" fmla="val 33333"/>
            </a:avLst>
          </a:prstGeom>
          <a:solidFill>
            <a:srgbClr val="15608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" name="CardTitle0"/>
          <p:cNvSpPr>
            <a:spLocks noGrp="1"/>
          </p:cNvSpPr>
          <p:nvPr/>
        </p:nvSpPr>
        <p:spPr>
          <a:xfrm>
            <a:off x="609600" y="2019300"/>
            <a:ext cx="4648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1600" b="1" dirty="0">
                <a:solidFill>
                  <a:srgbClr val="156082"/>
                </a:solidFill>
              </a:rPr>
              <a:t>ASR: Whisper Medium</a:t>
            </a:r>
          </a:p>
        </p:txBody>
      </p:sp>
      <p:sp>
        <p:nvSpPr>
          <p:cNvPr id="14" name="CardDiv0"/>
          <p:cNvSpPr>
            <a:spLocks noGrp="1"/>
          </p:cNvSpPr>
          <p:nvPr/>
        </p:nvSpPr>
        <p:spPr>
          <a:xfrm>
            <a:off x="609600" y="2552700"/>
            <a:ext cx="5080000" cy="25400"/>
          </a:xfrm>
          <a:prstGeom prst="rect">
            <a:avLst/>
          </a:prstGeom>
          <a:solidFill>
            <a:srgbClr val="E0E8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Desc0"/>
          <p:cNvSpPr>
            <a:spLocks noGrp="1"/>
          </p:cNvSpPr>
          <p:nvPr/>
        </p:nvSpPr>
        <p:spPr>
          <a:xfrm>
            <a:off x="609600" y="26797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400">
                <a:solidFill>
                  <a:srgbClr val="444444"/>
                </a:solidFill>
              </a:rPr>
              <a:t>Does INT8 quantization on OpenVINO hurt accuracy? Can it transcribe in real time on CPU?</a:t>
            </a:r>
          </a:p>
        </p:txBody>
      </p:sp>
      <p:sp>
        <p:nvSpPr>
          <p:cNvPr id="16" name="CardBg1"/>
          <p:cNvSpPr>
            <a:spLocks noGrp="1"/>
          </p:cNvSpPr>
          <p:nvPr/>
        </p:nvSpPr>
        <p:spPr>
          <a:xfrm>
            <a:off x="6273800" y="1841500"/>
            <a:ext cx="5537200" cy="215900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2700">
            <a:solidFill>
              <a:srgbClr val="E9713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CardBar1"/>
          <p:cNvSpPr>
            <a:spLocks noGrp="1"/>
          </p:cNvSpPr>
          <p:nvPr/>
        </p:nvSpPr>
        <p:spPr>
          <a:xfrm>
            <a:off x="6273800" y="1841500"/>
            <a:ext cx="101600" cy="21590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Num1"/>
          <p:cNvSpPr>
            <a:spLocks noGrp="1"/>
          </p:cNvSpPr>
          <p:nvPr/>
        </p:nvSpPr>
        <p:spPr>
          <a:xfrm>
            <a:off x="11252200" y="1968500"/>
            <a:ext cx="431800" cy="279400"/>
          </a:xfrm>
          <a:prstGeom prst="roundRect">
            <a:avLst>
              <a:gd name="adj" fmla="val 33333"/>
            </a:avLst>
          </a:prstGeom>
          <a:solidFill>
            <a:srgbClr val="E9713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CardTitle1"/>
          <p:cNvSpPr>
            <a:spLocks noGrp="1"/>
          </p:cNvSpPr>
          <p:nvPr/>
        </p:nvSpPr>
        <p:spPr>
          <a:xfrm>
            <a:off x="6502400" y="2019300"/>
            <a:ext cx="4648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1600" b="1" dirty="0">
                <a:solidFill>
                  <a:srgbClr val="E97132"/>
                </a:solidFill>
              </a:rPr>
              <a:t>SLM: Phi-3 Mini</a:t>
            </a:r>
          </a:p>
        </p:txBody>
      </p:sp>
      <p:sp>
        <p:nvSpPr>
          <p:cNvPr id="20" name="CardDiv1"/>
          <p:cNvSpPr>
            <a:spLocks noGrp="1"/>
          </p:cNvSpPr>
          <p:nvPr/>
        </p:nvSpPr>
        <p:spPr>
          <a:xfrm>
            <a:off x="6502400" y="2552700"/>
            <a:ext cx="5080000" cy="25400"/>
          </a:xfrm>
          <a:prstGeom prst="rect">
            <a:avLst/>
          </a:prstGeom>
          <a:solidFill>
            <a:srgbClr val="E0E8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Desc1"/>
          <p:cNvSpPr>
            <a:spLocks noGrp="1"/>
          </p:cNvSpPr>
          <p:nvPr/>
        </p:nvSpPr>
        <p:spPr>
          <a:xfrm>
            <a:off x="6502400" y="26797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400">
                <a:solidFill>
                  <a:srgbClr val="444444"/>
                </a:solidFill>
              </a:rPr>
              <a:t>Can a Small Language Model generate clinical notes on CPU within acceptable latency?</a:t>
            </a:r>
          </a:p>
        </p:txBody>
      </p:sp>
      <p:sp>
        <p:nvSpPr>
          <p:cNvPr id="22" name="CardBg2"/>
          <p:cNvSpPr>
            <a:spLocks noGrp="1"/>
          </p:cNvSpPr>
          <p:nvPr/>
        </p:nvSpPr>
        <p:spPr>
          <a:xfrm>
            <a:off x="381000" y="4165600"/>
            <a:ext cx="5537200" cy="215900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2700">
            <a:solidFill>
              <a:srgbClr val="196B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Bar2"/>
          <p:cNvSpPr>
            <a:spLocks noGrp="1"/>
          </p:cNvSpPr>
          <p:nvPr/>
        </p:nvSpPr>
        <p:spPr>
          <a:xfrm>
            <a:off x="381000" y="4165600"/>
            <a:ext cx="101600" cy="2159000"/>
          </a:xfrm>
          <a:prstGeom prst="roundRect">
            <a:avLst>
              <a:gd name="adj" fmla="val 20000"/>
            </a:avLst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Num2"/>
          <p:cNvSpPr>
            <a:spLocks noGrp="1"/>
          </p:cNvSpPr>
          <p:nvPr/>
        </p:nvSpPr>
        <p:spPr>
          <a:xfrm>
            <a:off x="5359400" y="4292600"/>
            <a:ext cx="431800" cy="279400"/>
          </a:xfrm>
          <a:prstGeom prst="roundRect">
            <a:avLst>
              <a:gd name="adj" fmla="val 33333"/>
            </a:avLst>
          </a:prstGeom>
          <a:solidFill>
            <a:srgbClr val="196B2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5" name="CardTitle2"/>
          <p:cNvSpPr>
            <a:spLocks noGrp="1"/>
          </p:cNvSpPr>
          <p:nvPr/>
        </p:nvSpPr>
        <p:spPr>
          <a:xfrm>
            <a:off x="609600" y="4343400"/>
            <a:ext cx="4648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1600" b="1" dirty="0">
                <a:solidFill>
                  <a:srgbClr val="196B24"/>
                </a:solidFill>
              </a:rPr>
              <a:t>Experiment: </a:t>
            </a:r>
            <a:r>
              <a:rPr lang="en-US" sz="1600" b="1" dirty="0" err="1">
                <a:solidFill>
                  <a:srgbClr val="196B24"/>
                </a:solidFill>
              </a:rPr>
              <a:t>Apertus</a:t>
            </a:r>
            <a:r>
              <a:rPr lang="en-US" sz="1600" b="1" dirty="0">
                <a:solidFill>
                  <a:srgbClr val="196B24"/>
                </a:solidFill>
              </a:rPr>
              <a:t> 8B</a:t>
            </a:r>
          </a:p>
        </p:txBody>
      </p:sp>
      <p:sp>
        <p:nvSpPr>
          <p:cNvPr id="26" name="CardDiv2"/>
          <p:cNvSpPr>
            <a:spLocks noGrp="1"/>
          </p:cNvSpPr>
          <p:nvPr/>
        </p:nvSpPr>
        <p:spPr>
          <a:xfrm>
            <a:off x="609600" y="4876800"/>
            <a:ext cx="5080000" cy="25400"/>
          </a:xfrm>
          <a:prstGeom prst="rect">
            <a:avLst/>
          </a:prstGeom>
          <a:solidFill>
            <a:srgbClr val="E0E8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CardDesc2"/>
          <p:cNvSpPr>
            <a:spLocks noGrp="1"/>
          </p:cNvSpPr>
          <p:nvPr/>
        </p:nvSpPr>
        <p:spPr>
          <a:xfrm>
            <a:off x="609600" y="50038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400">
                <a:solidFill>
                  <a:srgbClr val="444444"/>
                </a:solidFill>
              </a:rPr>
              <a:t>Stretch test: does the pipeline scale to a larger 8B model with INT4 quantization?</a:t>
            </a:r>
          </a:p>
        </p:txBody>
      </p:sp>
      <p:sp>
        <p:nvSpPr>
          <p:cNvPr id="28" name="CardBg3"/>
          <p:cNvSpPr>
            <a:spLocks noGrp="1"/>
          </p:cNvSpPr>
          <p:nvPr/>
        </p:nvSpPr>
        <p:spPr>
          <a:xfrm>
            <a:off x="6273800" y="4165600"/>
            <a:ext cx="5537200" cy="2159000"/>
          </a:xfrm>
          <a:prstGeom prst="roundRect">
            <a:avLst>
              <a:gd name="adj" fmla="val 20000"/>
            </a:avLst>
          </a:prstGeom>
          <a:solidFill>
            <a:srgbClr val="F5F8FA"/>
          </a:solidFill>
          <a:ln w="12700">
            <a:solidFill>
              <a:srgbClr val="0F9E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CardBar3"/>
          <p:cNvSpPr>
            <a:spLocks noGrp="1"/>
          </p:cNvSpPr>
          <p:nvPr/>
        </p:nvSpPr>
        <p:spPr>
          <a:xfrm>
            <a:off x="6273800" y="4165600"/>
            <a:ext cx="101600" cy="2159000"/>
          </a:xfrm>
          <a:prstGeom prst="roundRect">
            <a:avLst>
              <a:gd name="adj" fmla="val 20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Num3"/>
          <p:cNvSpPr>
            <a:spLocks noGrp="1"/>
          </p:cNvSpPr>
          <p:nvPr/>
        </p:nvSpPr>
        <p:spPr>
          <a:xfrm>
            <a:off x="11252200" y="4292600"/>
            <a:ext cx="431800" cy="279400"/>
          </a:xfrm>
          <a:prstGeom prst="roundRect">
            <a:avLst>
              <a:gd name="adj" fmla="val 33333"/>
            </a:avLst>
          </a:prstGeom>
          <a:solidFill>
            <a:srgbClr val="0F9ED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CardTitle3"/>
          <p:cNvSpPr>
            <a:spLocks noGrp="1"/>
          </p:cNvSpPr>
          <p:nvPr/>
        </p:nvSpPr>
        <p:spPr>
          <a:xfrm>
            <a:off x="6502400" y="4343400"/>
            <a:ext cx="4648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1600" b="1" dirty="0">
                <a:solidFill>
                  <a:srgbClr val="0F9ED5"/>
                </a:solidFill>
              </a:rPr>
              <a:t>Benchmark Platform</a:t>
            </a:r>
          </a:p>
        </p:txBody>
      </p:sp>
      <p:sp>
        <p:nvSpPr>
          <p:cNvPr id="32" name="CardDiv3"/>
          <p:cNvSpPr>
            <a:spLocks noGrp="1"/>
          </p:cNvSpPr>
          <p:nvPr/>
        </p:nvSpPr>
        <p:spPr>
          <a:xfrm>
            <a:off x="6502400" y="4876800"/>
            <a:ext cx="5080000" cy="25400"/>
          </a:xfrm>
          <a:prstGeom prst="rect">
            <a:avLst/>
          </a:prstGeom>
          <a:solidFill>
            <a:srgbClr val="E0E8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CardDesc3"/>
          <p:cNvSpPr>
            <a:spLocks noGrp="1"/>
          </p:cNvSpPr>
          <p:nvPr/>
        </p:nvSpPr>
        <p:spPr>
          <a:xfrm>
            <a:off x="6502400" y="50038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600"/>
              </a:lnSpc>
            </a:pPr>
            <a:r>
              <a:rPr lang="en-US" sz="1400">
                <a:solidFill>
                  <a:srgbClr val="444444"/>
                </a:solidFill>
              </a:rPr>
              <a:t>FastAPI dashboard, A/B design and warm-up methodology behind all our numbers.</a:t>
            </a:r>
          </a:p>
        </p:txBody>
      </p:sp>
    </p:spTree>
    <p:extLst>
      <p:ext uri="{BB962C8B-B14F-4D97-AF65-F5344CB8AC3E}">
        <p14:creationId xmlns:p14="http://schemas.microsoft.com/office/powerpoint/2010/main" val="314773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A6570-F0D1-59EB-5F26-DC515312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3713" cy="1325563"/>
          </a:xfrm>
        </p:spPr>
        <p:txBody>
          <a:bodyPr>
            <a:normAutofit/>
          </a:bodyPr>
          <a:lstStyle/>
          <a:p>
            <a:r>
              <a:rPr lang="en-US"/>
              <a:t>Whisper Medium: CPU Speed vs. Accuracy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86125-1539-2DDD-7FA4-064DD2E96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9867" cy="4351338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sz="1800" b="1"/>
              <a:t>Why Whisper Medium?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Multilingual (French clinical vocabulary), 99 languages, trained on 680K hours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Open-source, widely adopted, large community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Medium: sweet spot at ~769M params, best accuracy-to-speed ratio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Test conditions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LibriSpeech audio sample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Key results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WER: 0% on both backends, </a:t>
            </a:r>
            <a:r>
              <a:rPr lang="en-US" sz="1600" b="1"/>
              <a:t>no accuracy loss from INT8 quantization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/>
              <a:t>RTF: PyTorch ~9,807 ms vs OpenVINO INT8 ~6,023 ms (RTF ≈ 0.2)</a:t>
            </a:r>
          </a:p>
          <a:p>
            <a:pPr marL="914400" lvl="1" indent="-457200">
              <a:buFont typeface="Arial"/>
              <a:buChar char="•"/>
            </a:pPr>
            <a:r>
              <a:rPr lang="en-US" sz="1600" b="1"/>
              <a:t>→ 1.6× speedup, zero accuracy loss, OpenVINO INT8 is the right backend for ASR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ADE5C-8FE8-8699-AD66-A8B98B7A3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662" y="2450130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4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8211-D3F8-6C75-4535-65A4BF22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Phi-3 Mini: Clinical Text Generation on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0B513-38F0-0CFB-583A-AF0890CDC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5333" cy="4351338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sz="1800" b="1"/>
              <a:t>Why Phi-3 Mini?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3.8B params, fits in 4 GB RAM after INT8 quantization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Trained on textbook-quality data, strong reasoning despite small size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SLM over LLM: CPU-only, no NVIDIA GPU, strict RAM budget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Test conditions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256-token output, 5 timed runs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Key results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PyTorch: ~363 ms/token (~6 min for 1,000 tokens)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OpenVINO INT8: ~111 ms/token, </a:t>
            </a:r>
            <a:r>
              <a:rPr lang="en-US" sz="1800" b="1"/>
              <a:t>3.3× faster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~100–200 token tasks: ~11–22 s on OpenVINO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Memory: OpenVINO pre-allocates ~4.3 GB at load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865A-42E6-24DF-B799-005507E7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44" t="15251" r="9507" b="23528"/>
          <a:stretch>
            <a:fillRect/>
          </a:stretch>
        </p:blipFill>
        <p:spPr>
          <a:xfrm>
            <a:off x="8460607" y="3176337"/>
            <a:ext cx="3214838" cy="145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2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DE730-7B66-357C-F271-EA4C6E62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en-US" sz="2800" err="1"/>
              <a:t>Apertus</a:t>
            </a:r>
            <a:r>
              <a:rPr lang="en-US" sz="2800"/>
              <a:t> 8B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946B-5FC6-B085-0FB0-CD06B316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4679090" cy="3690551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000" b="1" err="1"/>
              <a:t>Apertus</a:t>
            </a:r>
            <a:r>
              <a:rPr lang="en-US" sz="2000" b="1"/>
              <a:t> 8B :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/>
              <a:t>Benchmarked a larger 8B model to validate that the pipeline scales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/>
              <a:t>Result: </a:t>
            </a:r>
            <a:r>
              <a:rPr lang="en-US" sz="2000" b="1"/>
              <a:t>5.4× speedup</a:t>
            </a:r>
            <a:r>
              <a:rPr lang="en-US" sz="2000"/>
              <a:t> with INT4 quantization</a:t>
            </a:r>
          </a:p>
          <a:p>
            <a:pPr marL="457200" indent="-457200">
              <a:buFont typeface="Arial"/>
              <a:buChar char="•"/>
            </a:pPr>
            <a:r>
              <a:rPr lang="en-US" sz="2000" b="1"/>
              <a:t>Conclusion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/>
              <a:t>3.3× speedup makes real-time note generation viable on CPU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EA5ADC-9461-04AC-AAD7-1988FFAF2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19" y="269789"/>
            <a:ext cx="4679091" cy="2631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AE68A4-4499-FFBA-A727-465FEF41A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4292600"/>
            <a:ext cx="2921000" cy="1651000"/>
          </a:xfrm>
          <a:prstGeom prst="rect">
            <a:avLst/>
          </a:prstGeom>
        </p:spPr>
      </p:pic>
      <p:graphicFrame>
        <p:nvGraphicFramePr>
          <p:cNvPr id="30" name="ChallengeTable"/>
          <p:cNvGraphicFramePr>
            <a:graphicFrameLocks noGrp="1"/>
          </p:cNvGraphicFramePr>
          <p:nvPr/>
        </p:nvGraphicFramePr>
        <p:xfrm>
          <a:off x="6273119" y="3171567"/>
          <a:ext cx="5659387" cy="331615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8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79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Challenge</a:t>
                      </a:r>
                    </a:p>
                  </a:txBody>
                  <a:tcPr marL="0" marR="47482" marT="18993" marB="142447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How we solved it</a:t>
                      </a:r>
                    </a:p>
                  </a:txBody>
                  <a:tcPr marL="0" marR="47482" marT="18993" marB="142447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594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 err="1">
                          <a:solidFill>
                            <a:schemeClr val="tx1"/>
                          </a:solidFill>
                        </a:rPr>
                        <a:t>Apertus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 has no optimum-intel export support, the standard conversion pipeline doesn't know this model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Reused Mistral's model config as a compatible template to bootstrap the export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42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An internal attention layer uses an operation incompatible with model tracing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Replaced it with an equivalent operation that the tracer can handle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42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A custom activation function causes OpenVINO's model parser to crash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sz="1200" b="0" cap="none" spc="0">
                          <a:solidFill>
                            <a:schemeClr val="tx1"/>
                          </a:solidFill>
                        </a:rPr>
                        <a:t>Switched to a low-level export path and added a small wrapper to handle key-value cache I/O</a:t>
                      </a:r>
                    </a:p>
                  </a:txBody>
                  <a:tcPr marL="0" marR="47482" marT="18993" marB="1424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6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7165-8DE5-4E6A-1E44-A3C8E170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Benchmark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F875-3FD9-E188-84C7-67FE6F90E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889859" cy="4351338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sz="1800" b="1"/>
              <a:t>Hardware target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Intel i7 11th Gen, CPU only, reflecting real ward PC constraints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Benchmarking framework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FastAPI backend + web dashboard, reproducible, not one-off numbers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Clean A/B design: PyTorch CPU baseline vs OpenVINO INT8</a:t>
            </a:r>
          </a:p>
          <a:p>
            <a:pPr marL="457200" indent="-457200">
              <a:buFont typeface="Arial"/>
              <a:buChar char="•"/>
            </a:pPr>
            <a:r>
              <a:rPr lang="en-US" sz="1800" b="1"/>
              <a:t>Methodology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2 warm-up runs + 5 timed runs, eliminates JIT and memory paging bias</a:t>
            </a:r>
          </a:p>
          <a:p>
            <a:pPr marL="914400" lvl="1" indent="-457200">
              <a:buFont typeface="Arial"/>
              <a:buChar char="•"/>
            </a:pPr>
            <a:r>
              <a:rPr lang="en-US" sz="1800"/>
              <a:t>p95 tail latency reported, what users actually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DF200-C264-6DD1-FB07-FEB39EB9C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002" y="2632510"/>
            <a:ext cx="3572798" cy="1287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58EF8-FC4D-EC44-C3FA-33E9DE50D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620" y="4225490"/>
            <a:ext cx="3218046" cy="16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2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70834C-25D5-7BE9-6582-7DC1AFAB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fr-CH" sz="5100"/>
              <a:t>Sof-IA </a:t>
            </a:r>
            <a:br>
              <a:rPr lang="fr-CH" sz="5100"/>
            </a:br>
            <a:r>
              <a:rPr lang="fr-CH" sz="5100"/>
              <a:t>Nurse </a:t>
            </a:r>
            <a:r>
              <a:rPr lang="fr-FR" sz="5100"/>
              <a:t>personal</a:t>
            </a:r>
            <a:r>
              <a:rPr lang="fr-CH" sz="5100"/>
              <a:t> assistant</a:t>
            </a:r>
            <a:endParaRPr lang="fr-FR" sz="51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EBEAEA-3661-8DEB-9540-26809246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22" y="3018327"/>
            <a:ext cx="3247854" cy="272819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649DAA-1717-2D1E-BF95-805191B4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238257" cy="2728198"/>
          </a:xfrm>
        </p:spPr>
        <p:txBody>
          <a:bodyPr anchor="t">
            <a:normAutofit/>
          </a:bodyPr>
          <a:lstStyle/>
          <a:p>
            <a:r>
              <a:rPr lang="fr-CH" sz="1700"/>
              <a:t>Real life </a:t>
            </a:r>
            <a:r>
              <a:rPr lang="fr-CH" sz="1700" err="1"/>
              <a:t>project</a:t>
            </a:r>
            <a:r>
              <a:rPr lang="fr-CH" sz="1700"/>
              <a:t> a</a:t>
            </a:r>
            <a:r>
              <a:rPr lang="fr-FR" sz="1700" err="1"/>
              <a:t>dapted</a:t>
            </a:r>
            <a:r>
              <a:rPr lang="fr-FR" sz="1700"/>
              <a:t> for class</a:t>
            </a:r>
          </a:p>
          <a:p>
            <a:r>
              <a:rPr lang="fr-FR" sz="1700"/>
              <a:t>Goal: </a:t>
            </a:r>
            <a:r>
              <a:rPr lang="en-US" sz="1700"/>
              <a:t>Automatically capture and structure nurses’ spoken notes during patient care in a hospital environment</a:t>
            </a:r>
          </a:p>
          <a:p>
            <a:r>
              <a:rPr lang="en-US" sz="1700"/>
              <a:t>Main features:</a:t>
            </a:r>
          </a:p>
          <a:p>
            <a:pPr lvl="1"/>
            <a:r>
              <a:rPr lang="en-US" sz="1700"/>
              <a:t>Real-time voice transcription</a:t>
            </a:r>
          </a:p>
          <a:p>
            <a:pPr lvl="1"/>
            <a:r>
              <a:rPr lang="en-US" sz="1700"/>
              <a:t>Automatic extractions of data</a:t>
            </a:r>
          </a:p>
          <a:p>
            <a:pPr lvl="1"/>
            <a:r>
              <a:rPr lang="en-US" sz="1700"/>
              <a:t>Works locally without cloud dependency</a:t>
            </a:r>
          </a:p>
        </p:txBody>
      </p:sp>
    </p:spTree>
    <p:extLst>
      <p:ext uri="{BB962C8B-B14F-4D97-AF65-F5344CB8AC3E}">
        <p14:creationId xmlns:p14="http://schemas.microsoft.com/office/powerpoint/2010/main" val="229586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341F36-1516-8CEF-5FDB-163BDEAE5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</a:t>
            </a:r>
            <a:r>
              <a:rPr lang="en-US" err="1"/>
              <a:t>Openvino</a:t>
            </a:r>
            <a:r>
              <a:rPr lang="en-US"/>
              <a:t> is relevant ?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838B0-85FA-C6DC-5EEB-9D3E152D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25625"/>
            <a:ext cx="5105400" cy="2136775"/>
          </a:xfrm>
        </p:spPr>
        <p:txBody>
          <a:bodyPr/>
          <a:lstStyle/>
          <a:p>
            <a:r>
              <a:rPr lang="fr-CH"/>
              <a:t>Hospital </a:t>
            </a:r>
            <a:r>
              <a:rPr lang="fr-CH" err="1"/>
              <a:t>constraints</a:t>
            </a:r>
            <a:r>
              <a:rPr lang="fr-CH"/>
              <a:t>:</a:t>
            </a:r>
          </a:p>
          <a:p>
            <a:pPr lvl="1"/>
            <a:r>
              <a:rPr lang="fr-CH"/>
              <a:t>No </a:t>
            </a:r>
            <a:r>
              <a:rPr lang="fr-CH" err="1"/>
              <a:t>dedicated</a:t>
            </a:r>
            <a:r>
              <a:rPr lang="fr-CH"/>
              <a:t> GPU</a:t>
            </a:r>
          </a:p>
          <a:p>
            <a:pPr lvl="1"/>
            <a:r>
              <a:rPr lang="fr-CH"/>
              <a:t>No cloud </a:t>
            </a:r>
            <a:r>
              <a:rPr lang="fr-CH" err="1"/>
              <a:t>allowed</a:t>
            </a:r>
            <a:endParaRPr lang="fr-CH"/>
          </a:p>
          <a:p>
            <a:pPr lvl="1"/>
            <a:r>
              <a:rPr lang="fr-CH"/>
              <a:t>Real-time </a:t>
            </a:r>
            <a:r>
              <a:rPr lang="fr-CH" err="1"/>
              <a:t>processing</a:t>
            </a:r>
            <a:r>
              <a:rPr lang="fr-CH"/>
              <a:t> </a:t>
            </a:r>
            <a:r>
              <a:rPr lang="fr-CH" err="1"/>
              <a:t>needed</a:t>
            </a:r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D20FC15-783A-012B-B541-8A400FBF4A52}"/>
              </a:ext>
            </a:extLst>
          </p:cNvPr>
          <p:cNvSpPr txBox="1">
            <a:spLocks/>
          </p:cNvSpPr>
          <p:nvPr/>
        </p:nvSpPr>
        <p:spPr>
          <a:xfrm>
            <a:off x="6248402" y="1825625"/>
            <a:ext cx="5105400" cy="2136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err="1"/>
              <a:t>Openvino</a:t>
            </a:r>
            <a:r>
              <a:rPr lang="fr-CH"/>
              <a:t> solution:</a:t>
            </a:r>
          </a:p>
          <a:p>
            <a:pPr lvl="1"/>
            <a:r>
              <a:rPr lang="en-US"/>
              <a:t>Runs efficiently on Intel CPUs</a:t>
            </a:r>
          </a:p>
          <a:p>
            <a:pPr lvl="1"/>
            <a:r>
              <a:rPr lang="fr-FR" err="1"/>
              <a:t>Fully</a:t>
            </a:r>
            <a:r>
              <a:rPr lang="fr-FR"/>
              <a:t> local </a:t>
            </a:r>
            <a:r>
              <a:rPr lang="fr-FR" err="1"/>
              <a:t>inference</a:t>
            </a:r>
            <a:endParaRPr lang="fr-FR"/>
          </a:p>
          <a:p>
            <a:pPr lvl="1"/>
            <a:r>
              <a:rPr lang="fr-FR" err="1"/>
              <a:t>Optimized</a:t>
            </a:r>
            <a:r>
              <a:rPr lang="fr-FR"/>
              <a:t> </a:t>
            </a:r>
            <a:r>
              <a:rPr lang="fr-FR" err="1"/>
              <a:t>low-latency</a:t>
            </a:r>
            <a:r>
              <a:rPr lang="fr-FR"/>
              <a:t> </a:t>
            </a:r>
            <a:r>
              <a:rPr lang="fr-FR" err="1"/>
              <a:t>inference</a:t>
            </a:r>
            <a:endParaRPr lang="fr-FR"/>
          </a:p>
          <a:p>
            <a:pPr lvl="1"/>
            <a:endParaRPr lang="fr-FR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A9C4743-08B7-341E-E5AA-98F7706FE96F}"/>
              </a:ext>
            </a:extLst>
          </p:cNvPr>
          <p:cNvSpPr txBox="1">
            <a:spLocks/>
          </p:cNvSpPr>
          <p:nvPr/>
        </p:nvSpPr>
        <p:spPr>
          <a:xfrm>
            <a:off x="546101" y="4224337"/>
            <a:ext cx="5435600" cy="2136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/>
              <a:t>OpenVINO</a:t>
            </a:r>
            <a:r>
              <a:rPr lang="en-US" b="1"/>
              <a:t> Advantages in Sof-IA</a:t>
            </a:r>
          </a:p>
          <a:p>
            <a:pPr lvl="1"/>
            <a:r>
              <a:rPr lang="en-US"/>
              <a:t>Faster inference with INT8 optimization </a:t>
            </a:r>
          </a:p>
          <a:p>
            <a:pPr lvl="1"/>
            <a:r>
              <a:rPr lang="en-US"/>
              <a:t>Reduced latency for live transcription </a:t>
            </a:r>
          </a:p>
          <a:p>
            <a:pPr lvl="1"/>
            <a:r>
              <a:rPr lang="en-US"/>
              <a:t>Lower hardware requirements </a:t>
            </a:r>
          </a:p>
          <a:p>
            <a:pPr lvl="1"/>
            <a:r>
              <a:rPr lang="en-US"/>
              <a:t>Efficient CPU usage </a:t>
            </a:r>
          </a:p>
          <a:p>
            <a:pPr lvl="1"/>
            <a:r>
              <a:rPr lang="en-US"/>
              <a:t>Models loaded once and kept in memory</a:t>
            </a:r>
          </a:p>
          <a:p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47A641A4-A4CE-FB37-7738-580AE2C83EFE}"/>
              </a:ext>
            </a:extLst>
          </p:cNvPr>
          <p:cNvSpPr/>
          <p:nvPr/>
        </p:nvSpPr>
        <p:spPr>
          <a:xfrm>
            <a:off x="5715000" y="2705100"/>
            <a:ext cx="533402" cy="203200"/>
          </a:xfrm>
          <a:prstGeom prst="rightArrow">
            <a:avLst/>
          </a:prstGeom>
          <a:solidFill>
            <a:srgbClr val="0F9ED5"/>
          </a:solidFill>
          <a:ln>
            <a:solidFill>
              <a:srgbClr val="0F9E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2974AD8-C149-8664-3AED-326A4F23D547}"/>
              </a:ext>
            </a:extLst>
          </p:cNvPr>
          <p:cNvCxnSpPr/>
          <p:nvPr/>
        </p:nvCxnSpPr>
        <p:spPr>
          <a:xfrm>
            <a:off x="660400" y="3962400"/>
            <a:ext cx="10896600" cy="0"/>
          </a:xfrm>
          <a:prstGeom prst="line">
            <a:avLst/>
          </a:prstGeom>
          <a:ln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C3827241-5263-0FAA-8736-90E2FEFCD48A}"/>
              </a:ext>
            </a:extLst>
          </p:cNvPr>
          <p:cNvSpPr txBox="1">
            <a:spLocks/>
          </p:cNvSpPr>
          <p:nvPr/>
        </p:nvSpPr>
        <p:spPr>
          <a:xfrm>
            <a:off x="6248402" y="4224337"/>
            <a:ext cx="5918200" cy="1874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Where is it used?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In the nurse pipeline:</a:t>
            </a:r>
          </a:p>
          <a:p>
            <a:r>
              <a:rPr lang="en-US" sz="2000"/>
              <a:t>Whisper (</a:t>
            </a:r>
            <a:r>
              <a:rPr lang="en-US" sz="2000" err="1"/>
              <a:t>Openvino</a:t>
            </a:r>
            <a:r>
              <a:rPr lang="en-US" sz="2000"/>
              <a:t>): transcribe audio to text</a:t>
            </a:r>
          </a:p>
          <a:p>
            <a:r>
              <a:rPr lang="en-US" sz="2000"/>
              <a:t>Phi-3 (</a:t>
            </a:r>
            <a:r>
              <a:rPr lang="en-US" sz="2000" err="1"/>
              <a:t>Openvino</a:t>
            </a:r>
            <a:r>
              <a:rPr lang="en-US" sz="2000"/>
              <a:t>): read text and extract data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05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B0B49-D8EC-46E1-2829-9FD83898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17F850-2756-542D-1BEA-A851E3C3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D90636-4692-E7AC-0198-70DCDF5EC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9F6AF5-0C00-EB83-BA7B-90C043591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759FB5-5EC0-7EBC-B9C4-B039B8B22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4B675B4-4245-A6EA-6221-7CE88ABE9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4AEB5-12BE-76B9-DE65-282EE8C3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0A30DE-51CD-A7DB-C92D-8088CBC4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Technologies </a:t>
            </a:r>
            <a:r>
              <a:rPr lang="fr-CH" sz="4800" err="1"/>
              <a:t>Used</a:t>
            </a:r>
            <a:endParaRPr lang="en-US" err="1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2C5E8BDD-50AF-5D8D-3FA6-40D8EC21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78" y="2879939"/>
            <a:ext cx="4998903" cy="326224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fr-CH" sz="2600" b="1"/>
              <a:t>Frontend</a:t>
            </a:r>
            <a:endParaRPr lang="en-US" sz="2600"/>
          </a:p>
          <a:p>
            <a:pPr>
              <a:buFont typeface="Arial" panose="02110004020202020204"/>
              <a:buChar char="•"/>
            </a:pPr>
            <a:r>
              <a:rPr lang="fr-CH" sz="2600" err="1"/>
              <a:t>React</a:t>
            </a:r>
            <a:r>
              <a:rPr lang="fr-CH" sz="2600"/>
              <a:t> Native — cross-platform mobile app (iOS &amp; Android)</a:t>
            </a:r>
            <a:endParaRPr lang="fr-CH"/>
          </a:p>
          <a:p>
            <a:pPr>
              <a:buFont typeface="Arial" panose="02110004020202020204"/>
              <a:buChar char="•"/>
            </a:pPr>
            <a:r>
              <a:rPr lang="fr-CH" sz="2600"/>
              <a:t>Expo — </a:t>
            </a:r>
            <a:r>
              <a:rPr lang="fr-CH" sz="2600" err="1"/>
              <a:t>build</a:t>
            </a:r>
            <a:r>
              <a:rPr lang="fr-CH" sz="2600"/>
              <a:t> </a:t>
            </a:r>
            <a:r>
              <a:rPr lang="fr-CH" sz="2600" err="1"/>
              <a:t>toolchain</a:t>
            </a:r>
            <a:r>
              <a:rPr lang="fr-CH" sz="2600"/>
              <a:t> and native APIs</a:t>
            </a:r>
            <a:endParaRPr lang="fr-CH"/>
          </a:p>
          <a:p>
            <a:pPr marL="0" indent="0">
              <a:buNone/>
            </a:pPr>
            <a:r>
              <a:rPr lang="fr-CH" sz="2600" b="1"/>
              <a:t>Backend</a:t>
            </a:r>
            <a:endParaRPr lang="fr-CH"/>
          </a:p>
          <a:p>
            <a:pPr>
              <a:buFont typeface="Arial" panose="02110004020202020204"/>
              <a:buChar char="•"/>
            </a:pPr>
            <a:r>
              <a:rPr lang="fr-CH" sz="2600" err="1"/>
              <a:t>FastAPI</a:t>
            </a:r>
            <a:r>
              <a:rPr lang="fr-CH" sz="2600"/>
              <a:t> (Python) — REST API and AI pipeline orchestration</a:t>
            </a:r>
            <a:endParaRPr lang="fr-CH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fr-CH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B50817-A66A-2709-CEBD-14F4E78AD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880A2B0-F69A-D2FC-E1F1-5A92E15F2312}"/>
              </a:ext>
            </a:extLst>
          </p:cNvPr>
          <p:cNvSpPr txBox="1">
            <a:spLocks/>
          </p:cNvSpPr>
          <p:nvPr/>
        </p:nvSpPr>
        <p:spPr>
          <a:xfrm>
            <a:off x="6044596" y="2884172"/>
            <a:ext cx="5115319" cy="3262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2400" b="1"/>
              <a:t>AI </a:t>
            </a:r>
            <a:r>
              <a:rPr lang="fr-CH" sz="2400" b="1" err="1"/>
              <a:t>Inference</a:t>
            </a:r>
            <a:r>
              <a:rPr lang="fr-CH" sz="2400" b="1"/>
              <a:t> — </a:t>
            </a:r>
            <a:r>
              <a:rPr lang="fr-CH" sz="2400" b="1" err="1"/>
              <a:t>powered</a:t>
            </a:r>
            <a:r>
              <a:rPr lang="fr-CH" sz="2400" b="1"/>
              <a:t> by </a:t>
            </a:r>
            <a:r>
              <a:rPr lang="fr-CH" sz="2400" b="1" err="1"/>
              <a:t>OpenVINO</a:t>
            </a:r>
            <a:endParaRPr lang="en-US" sz="2400"/>
          </a:p>
          <a:p>
            <a:pPr>
              <a:buFont typeface="Arial" panose="02110004020202020204"/>
              <a:buChar char="•"/>
            </a:pPr>
            <a:r>
              <a:rPr lang="fr-CH" sz="2600"/>
              <a:t>Whisper Medium INT8 — speech-to-</a:t>
            </a:r>
            <a:r>
              <a:rPr lang="fr-CH" sz="2600" err="1"/>
              <a:t>text</a:t>
            </a:r>
            <a:r>
              <a:rPr lang="fr-CH" sz="2600"/>
              <a:t> transcription</a:t>
            </a:r>
            <a:endParaRPr lang="en-US"/>
          </a:p>
          <a:p>
            <a:pPr>
              <a:buFont typeface="Arial" panose="02110004020202020204"/>
              <a:buChar char="•"/>
            </a:pPr>
            <a:r>
              <a:rPr lang="fr-CH" sz="2600"/>
              <a:t>Phi-3 Mini INT8 — </a:t>
            </a:r>
            <a:r>
              <a:rPr lang="fr-CH" sz="2600" err="1"/>
              <a:t>clinical</a:t>
            </a:r>
            <a:r>
              <a:rPr lang="fr-CH" sz="2600"/>
              <a:t> note </a:t>
            </a:r>
            <a:r>
              <a:rPr lang="fr-CH" sz="2600" err="1"/>
              <a:t>structuring</a:t>
            </a:r>
            <a:r>
              <a:rPr lang="fr-CH" sz="2600"/>
              <a:t> (SLM on CPU)</a:t>
            </a:r>
            <a:endParaRPr lang="fr-CH"/>
          </a:p>
          <a:p>
            <a:pPr marL="0" indent="0">
              <a:buNone/>
            </a:pPr>
            <a:r>
              <a:rPr lang="fr-CH" sz="2600" b="1"/>
              <a:t>Data &amp; Storage</a:t>
            </a:r>
            <a:endParaRPr lang="fr-CH" sz="2600"/>
          </a:p>
          <a:p>
            <a:pPr>
              <a:buFont typeface="Arial" panose="02110004020202020204"/>
              <a:buChar char="•"/>
            </a:pPr>
            <a:r>
              <a:rPr lang="fr-CH" sz="2600"/>
              <a:t>Dexie.js + </a:t>
            </a:r>
            <a:r>
              <a:rPr lang="fr-CH" sz="2600" err="1"/>
              <a:t>IndexedDB</a:t>
            </a:r>
            <a:r>
              <a:rPr lang="fr-CH" sz="2600"/>
              <a:t> — local-first web </a:t>
            </a:r>
            <a:r>
              <a:rPr lang="fr-CH" sz="2600" err="1"/>
              <a:t>storage</a:t>
            </a:r>
            <a:endParaRPr lang="fr-CH" err="1"/>
          </a:p>
          <a:p>
            <a:pPr>
              <a:buFont typeface="Arial" panose="02110004020202020204"/>
              <a:buChar char="•"/>
            </a:pPr>
            <a:r>
              <a:rPr lang="fr-CH" sz="2600"/>
              <a:t>Expo SQLite — offline mobile </a:t>
            </a:r>
            <a:r>
              <a:rPr lang="fr-CH" sz="2600" err="1"/>
              <a:t>storage</a:t>
            </a:r>
            <a:endParaRPr lang="fr-CH" err="1"/>
          </a:p>
          <a:p>
            <a:pPr>
              <a:buFont typeface="Arial" panose="02110004020202020204"/>
              <a:buChar char="•"/>
            </a:pPr>
            <a:endParaRPr lang="fr-CH" sz="2600" b="1"/>
          </a:p>
        </p:txBody>
      </p:sp>
    </p:spTree>
    <p:extLst>
      <p:ext uri="{BB962C8B-B14F-4D97-AF65-F5344CB8AC3E}">
        <p14:creationId xmlns:p14="http://schemas.microsoft.com/office/powerpoint/2010/main" val="204272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C17B9-B057-B3A7-3748-481B5D2D6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70" y="495300"/>
            <a:ext cx="10515600" cy="777875"/>
          </a:xfrm>
        </p:spPr>
        <p:txBody>
          <a:bodyPr/>
          <a:lstStyle/>
          <a:p>
            <a:r>
              <a:rPr lang="fr-CH"/>
              <a:t>Data Management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4C452-8273-8D0D-693F-5CF2B50B6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170" y="1770293"/>
            <a:ext cx="5257800" cy="4351338"/>
          </a:xfrm>
        </p:spPr>
        <p:txBody>
          <a:bodyPr>
            <a:normAutofit fontScale="77500" lnSpcReduction="20000"/>
          </a:bodyPr>
          <a:lstStyle/>
          <a:p>
            <a:r>
              <a:rPr lang="fr-CH"/>
              <a:t>Local-first architecture:</a:t>
            </a:r>
          </a:p>
          <a:p>
            <a:pPr lvl="1"/>
            <a:r>
              <a:rPr lang="fr-CH"/>
              <a:t>All patient data </a:t>
            </a:r>
            <a:r>
              <a:rPr lang="fr-CH" err="1"/>
              <a:t>stays</a:t>
            </a:r>
            <a:r>
              <a:rPr lang="fr-CH"/>
              <a:t> on the </a:t>
            </a:r>
            <a:r>
              <a:rPr lang="fr-CH" err="1"/>
              <a:t>device</a:t>
            </a:r>
            <a:endParaRPr lang="fr-CH"/>
          </a:p>
          <a:p>
            <a:pPr lvl="1"/>
            <a:r>
              <a:rPr lang="fr-CH"/>
              <a:t>No cloud </a:t>
            </a:r>
            <a:r>
              <a:rPr lang="fr-CH" err="1"/>
              <a:t>storage</a:t>
            </a:r>
            <a:endParaRPr lang="fr-CH"/>
          </a:p>
          <a:p>
            <a:pPr lvl="1"/>
            <a:r>
              <a:rPr lang="fr-CH"/>
              <a:t>Backend </a:t>
            </a:r>
            <a:r>
              <a:rPr lang="fr-CH" err="1"/>
              <a:t>processes</a:t>
            </a:r>
            <a:r>
              <a:rPr lang="fr-CH"/>
              <a:t> data </a:t>
            </a:r>
            <a:r>
              <a:rPr lang="fr-CH" err="1"/>
              <a:t>without</a:t>
            </a:r>
            <a:r>
              <a:rPr lang="fr-CH"/>
              <a:t> </a:t>
            </a:r>
            <a:r>
              <a:rPr lang="fr-CH" err="1"/>
              <a:t>saving</a:t>
            </a:r>
            <a:r>
              <a:rPr lang="fr-CH"/>
              <a:t> </a:t>
            </a:r>
            <a:r>
              <a:rPr lang="fr-CH" err="1"/>
              <a:t>it</a:t>
            </a:r>
            <a:endParaRPr lang="fr-CH"/>
          </a:p>
          <a:p>
            <a:r>
              <a:rPr lang="fr-CH"/>
              <a:t>Offline support:</a:t>
            </a:r>
          </a:p>
          <a:p>
            <a:pPr lvl="1"/>
            <a:r>
              <a:rPr lang="fr-CH"/>
              <a:t>Works </a:t>
            </a:r>
            <a:r>
              <a:rPr lang="fr-CH" err="1"/>
              <a:t>without</a:t>
            </a:r>
            <a:r>
              <a:rPr lang="fr-CH"/>
              <a:t> stable internet</a:t>
            </a:r>
          </a:p>
          <a:p>
            <a:pPr lvl="1"/>
            <a:r>
              <a:rPr lang="fr-CH"/>
              <a:t>Audio </a:t>
            </a:r>
            <a:r>
              <a:rPr lang="fr-CH" err="1"/>
              <a:t>chunks</a:t>
            </a:r>
            <a:r>
              <a:rPr lang="fr-CH"/>
              <a:t> </a:t>
            </a:r>
            <a:r>
              <a:rPr lang="fr-CH" err="1"/>
              <a:t>stored</a:t>
            </a:r>
            <a:r>
              <a:rPr lang="fr-CH"/>
              <a:t> </a:t>
            </a:r>
            <a:r>
              <a:rPr lang="fr-CH" err="1"/>
              <a:t>locally</a:t>
            </a:r>
            <a:endParaRPr lang="fr-CH"/>
          </a:p>
          <a:p>
            <a:pPr lvl="1"/>
            <a:r>
              <a:rPr lang="fr-CH" err="1"/>
              <a:t>Automatic</a:t>
            </a:r>
            <a:r>
              <a:rPr lang="fr-CH"/>
              <a:t> </a:t>
            </a:r>
            <a:r>
              <a:rPr lang="fr-CH" err="1"/>
              <a:t>retry</a:t>
            </a:r>
            <a:r>
              <a:rPr lang="fr-CH"/>
              <a:t> </a:t>
            </a:r>
            <a:r>
              <a:rPr lang="fr-CH" err="1"/>
              <a:t>when</a:t>
            </a:r>
            <a:r>
              <a:rPr lang="fr-CH"/>
              <a:t> </a:t>
            </a:r>
            <a:r>
              <a:rPr lang="fr-CH" err="1"/>
              <a:t>connection</a:t>
            </a:r>
            <a:r>
              <a:rPr lang="fr-CH"/>
              <a:t> </a:t>
            </a:r>
            <a:r>
              <a:rPr lang="fr-CH" err="1"/>
              <a:t>returns</a:t>
            </a:r>
            <a:endParaRPr lang="fr-CH"/>
          </a:p>
          <a:p>
            <a:r>
              <a:rPr lang="fr-CH" err="1"/>
              <a:t>Automatic</a:t>
            </a:r>
            <a:r>
              <a:rPr lang="fr-CH"/>
              <a:t> </a:t>
            </a:r>
            <a:r>
              <a:rPr lang="fr-CH" err="1"/>
              <a:t>cleanup</a:t>
            </a:r>
            <a:r>
              <a:rPr lang="fr-CH"/>
              <a:t>:</a:t>
            </a:r>
          </a:p>
          <a:p>
            <a:pPr lvl="1"/>
            <a:r>
              <a:rPr lang="fr-CH"/>
              <a:t>Patient data </a:t>
            </a:r>
            <a:r>
              <a:rPr lang="fr-CH" err="1"/>
              <a:t>deleted</a:t>
            </a:r>
            <a:r>
              <a:rPr lang="fr-CH"/>
              <a:t> at end of shift</a:t>
            </a:r>
          </a:p>
          <a:p>
            <a:pPr lvl="1"/>
            <a:r>
              <a:rPr lang="fr-CH"/>
              <a:t>Audio and notes </a:t>
            </a:r>
            <a:r>
              <a:rPr lang="fr-CH" err="1"/>
              <a:t>automatically</a:t>
            </a:r>
            <a:r>
              <a:rPr lang="fr-CH"/>
              <a:t> </a:t>
            </a:r>
            <a:r>
              <a:rPr lang="fr-CH" err="1"/>
              <a:t>expired</a:t>
            </a:r>
            <a:endParaRPr lang="fr-CH"/>
          </a:p>
          <a:p>
            <a:pPr lvl="1"/>
            <a:r>
              <a:rPr lang="fr-CH" err="1"/>
              <a:t>Privacy</a:t>
            </a:r>
            <a:r>
              <a:rPr lang="fr-CH"/>
              <a:t> by design</a:t>
            </a:r>
          </a:p>
          <a:p>
            <a:r>
              <a:rPr lang="fr-CH"/>
              <a:t>Dexie.js + </a:t>
            </a:r>
            <a:r>
              <a:rPr lang="fr-CH" err="1"/>
              <a:t>IndexedDB</a:t>
            </a:r>
            <a:r>
              <a:rPr lang="fr-CH"/>
              <a:t> for web version</a:t>
            </a:r>
          </a:p>
          <a:p>
            <a:r>
              <a:rPr lang="fr-CH"/>
              <a:t>Expo-SQLite for </a:t>
            </a:r>
            <a:r>
              <a:rPr lang="fr-CH" err="1"/>
              <a:t>moblie</a:t>
            </a:r>
            <a:r>
              <a:rPr lang="fr-CH"/>
              <a:t> version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2F27EF-5652-AFD3-3FEC-32F03094B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770" y="26757"/>
            <a:ext cx="5800230" cy="672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0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9B9CE-F04A-572D-91F1-DD2908AE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894A29-9447-D9DF-28A2-A9FBC7C85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817344-44C6-E3D6-5E50-94B39BE51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B1DCAB-65E7-7077-330F-94FD27BF7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1B3AC9-3DC5-E15D-C753-0D94B96FD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8A3AF6-536B-F247-C4CA-09EF03B17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54097-A411-1663-5594-7971C1A52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2B635E-262C-8727-4896-54019D9A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UI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7AD73-5437-CC8B-4BE0-CD7F1971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Nurse-facing mobile app built with React Native</a:t>
            </a:r>
            <a:endParaRPr lang="en-US" dirty="0"/>
          </a:p>
          <a:p>
            <a:r>
              <a:rPr lang="en-US" sz="2400" dirty="0"/>
              <a:t>One-tap voice recording during patient rounds</a:t>
            </a:r>
          </a:p>
          <a:p>
            <a:r>
              <a:rPr lang="en-US" sz="2400"/>
              <a:t>Live </a:t>
            </a:r>
            <a:r>
              <a:rPr lang="en-US" sz="2400" dirty="0"/>
              <a:t>transcription streamed in real time (Whisper + </a:t>
            </a:r>
            <a:r>
              <a:rPr lang="en-US" sz="2400" dirty="0" err="1"/>
              <a:t>OpenVINO</a:t>
            </a:r>
            <a:r>
              <a:rPr lang="en-US" sz="2400" dirty="0"/>
              <a:t>)</a:t>
            </a:r>
            <a:endParaRPr lang="en-US" dirty="0"/>
          </a:p>
          <a:p>
            <a:r>
              <a:rPr lang="en-US" sz="2400" dirty="0"/>
              <a:t>Automatic extraction of clinical data (Phi-3 Mini + </a:t>
            </a:r>
            <a:r>
              <a:rPr lang="en-US" sz="2400" dirty="0" err="1"/>
              <a:t>OpenVINO</a:t>
            </a:r>
            <a:r>
              <a:rPr lang="en-US" sz="2400" dirty="0"/>
              <a:t>)</a:t>
            </a:r>
            <a:endParaRPr lang="en-US" dirty="0"/>
          </a:p>
          <a:p>
            <a:r>
              <a:rPr lang="en-US" sz="2400" dirty="0"/>
              <a:t>Structured output: temperature, medication, patient status</a:t>
            </a:r>
            <a:endParaRPr lang="en-US" dirty="0"/>
          </a:p>
          <a:p>
            <a:r>
              <a:rPr lang="en-US" sz="2400" dirty="0"/>
              <a:t>Fully local — no data leaves the device</a:t>
            </a:r>
            <a:endParaRPr lang="en-US" dirty="0"/>
          </a:p>
          <a:p>
            <a:pPr marL="0" indent="0">
              <a:buNone/>
            </a:pPr>
            <a:endParaRPr lang="en-US" sz="2400" dirty="0">
              <a:latin typeface="Aptos"/>
              <a:cs typeface="Arial"/>
            </a:endParaRPr>
          </a:p>
          <a:p>
            <a:pPr marL="0" indent="0">
              <a:buNone/>
            </a:pPr>
            <a:r>
              <a:rPr lang="en-US" sz="2400" b="1" dirty="0"/>
              <a:t>→ Live demo</a:t>
            </a:r>
            <a:endParaRPr lang="en-US" sz="2400" dirty="0">
              <a:latin typeface="Arial"/>
              <a:cs typeface="Arial"/>
            </a:endParaRPr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9BC2C9-D2F9-914C-FEDC-3F2CBEA87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89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33876-664B-871C-AC43-1C93FB19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93A66E-1516-FF0F-B0BE-5580612EB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3CF263-8DAA-804C-D78A-1C01CB55B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0F8793-C51B-3721-B096-2B1123B66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BA27B9-0BD1-381E-539F-667BB82A8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482F40-9B3B-639F-7394-1795255D6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AF83126-2C3C-4FA8-D88D-BA8003960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F1E623-820B-AC05-7EAB-96778165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Conclusions about </a:t>
            </a:r>
            <a:r>
              <a:rPr lang="fr-CH" sz="4800" err="1"/>
              <a:t>Openvino</a:t>
            </a:r>
            <a:endParaRPr lang="en-US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663C03-8608-28B6-CE15-E35D7A02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 err="1"/>
              <a:t>OpenVINO</a:t>
            </a:r>
            <a:r>
              <a:rPr lang="en-US" sz="1800" b="1"/>
              <a:t> delivers real, measurable speedups on CPU</a:t>
            </a:r>
            <a:endParaRPr lang="en-US" sz="1800"/>
          </a:p>
          <a:p>
            <a:r>
              <a:rPr lang="en-US" sz="1800"/>
              <a:t>1.6× faster ASR (Whisper Medium) — zero accuracy loss (0% WER)</a:t>
            </a:r>
          </a:p>
          <a:p>
            <a:r>
              <a:rPr lang="en-US" sz="1800"/>
              <a:t>3.3× faster SLM inference (Phi-3 Mini) — viable for real-time use</a:t>
            </a:r>
          </a:p>
          <a:p>
            <a:r>
              <a:rPr lang="en-US" sz="1800"/>
              <a:t>5.4× speedup on </a:t>
            </a:r>
            <a:r>
              <a:rPr lang="en-US" sz="1800" err="1"/>
              <a:t>Apertus</a:t>
            </a:r>
            <a:r>
              <a:rPr lang="en-US" sz="1800"/>
              <a:t> 8B with INT4 — pipeline scales</a:t>
            </a:r>
          </a:p>
          <a:p>
            <a:pPr marL="0" indent="0">
              <a:buNone/>
            </a:pPr>
            <a:r>
              <a:rPr lang="en-US" sz="1800" b="1"/>
              <a:t>INT8 quantization is safe</a:t>
            </a:r>
            <a:endParaRPr lang="en-US" sz="1800"/>
          </a:p>
          <a:p>
            <a:r>
              <a:rPr lang="en-US" sz="1800"/>
              <a:t>No accuracy regression detected — speed gains are free</a:t>
            </a:r>
          </a:p>
          <a:p>
            <a:r>
              <a:rPr lang="en-US" sz="1800" b="1"/>
              <a:t>Custom model integration is solvable</a:t>
            </a:r>
            <a:endParaRPr lang="en-US" sz="1800"/>
          </a:p>
          <a:p>
            <a:r>
              <a:rPr lang="en-US" sz="1800"/>
              <a:t>Requires manual export fixes, but well worth the effort</a:t>
            </a:r>
          </a:p>
          <a:p>
            <a:r>
              <a:rPr lang="en-US" sz="1800" b="1" err="1"/>
              <a:t>OpenVINO</a:t>
            </a:r>
            <a:r>
              <a:rPr lang="en-US" sz="1800" b="1"/>
              <a:t> is the right choice for Sof-IA</a:t>
            </a:r>
            <a:endParaRPr lang="en-US" sz="1800"/>
          </a:p>
          <a:p>
            <a:r>
              <a:rPr lang="en-US" sz="1800"/>
              <a:t>Fully local inference on Intel CPUs — no GPU, no cloud required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284FC3-4AB3-672C-1B17-73C0FC69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835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A9C5AD-8C90-441E-8B38-649B19B8F4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f0dcf01-cc4c-42e5-ad9b-f3f361759e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2112</Words>
  <Application>Microsoft Office PowerPoint</Application>
  <PresentationFormat>Grand écran</PresentationFormat>
  <Paragraphs>292</Paragraphs>
  <Slides>15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Openvino</vt:lpstr>
      <vt:lpstr>Plan</vt:lpstr>
      <vt:lpstr>What is Openvino?</vt:lpstr>
      <vt:lpstr>Openvino Workflow</vt:lpstr>
      <vt:lpstr>What we benchmarked</vt:lpstr>
      <vt:lpstr>Whisper Medium: CPU Speed vs. Accuracy</vt:lpstr>
      <vt:lpstr>Phi-3 Mini: Clinical Text Generation on CPU</vt:lpstr>
      <vt:lpstr>Apertus 8B Test</vt:lpstr>
      <vt:lpstr>Benchmark Infrastructure</vt:lpstr>
      <vt:lpstr>Sof-IA  Nurse personal assistant</vt:lpstr>
      <vt:lpstr>Why Openvino is relevant ?</vt:lpstr>
      <vt:lpstr>Technologies Used</vt:lpstr>
      <vt:lpstr>Data Management</vt:lpstr>
      <vt:lpstr>UI</vt:lpstr>
      <vt:lpstr>Conclusions about Openvino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Costa Tatiana</dc:creator>
  <cp:lastModifiedBy>Da Costa Tatiana</cp:lastModifiedBy>
  <cp:revision>1</cp:revision>
  <dcterms:created xsi:type="dcterms:W3CDTF">2026-05-14T15:54:11Z</dcterms:created>
  <dcterms:modified xsi:type="dcterms:W3CDTF">2026-05-25T15:32:04Z</dcterms:modified>
</cp:coreProperties>
</file>